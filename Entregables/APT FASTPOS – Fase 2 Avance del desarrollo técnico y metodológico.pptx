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47cf028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747cf028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47cf028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47cf028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47cf028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47cf028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47cf028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747cf028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747cf028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747cf028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47cf028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747cf028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747cf028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747cf028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47cf028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747cf028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47cf028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747cf028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47cf028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747cf028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APT FASTPOS – Fase 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2"/>
                </a:solidFill>
              </a:rPr>
              <a:t>Avance del desarrollo técnico y metodológico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Fernanda Monsalve - Matías Gutierrez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Capstone - DuocUc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Resumen del avance</a:t>
            </a:r>
            <a:endParaRPr b="1"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Documentación: Plan de pruebas v2, arquitectura técnica actualizada.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Programación: Módulo de caja funcional en React + autenticación por roles.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Gestión de datos: Conexión estable con Firestore, operaciones atómicas con write Batch.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Migración estratégica a Firebase permitió estabilidad colaborativa y cumplimiento normativo. </a:t>
            </a:r>
            <a:endParaRPr/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 sz="1800"/>
              <a:t>Avances clave en las tres dimensiones: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Fase 2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garantiza un desarrollo estable y colaborativo mediante la </a:t>
            </a:r>
            <a:r>
              <a:rPr lang="es"/>
              <a:t>migración</a:t>
            </a:r>
            <a:r>
              <a:rPr lang="es"/>
              <a:t> del backend a </a:t>
            </a:r>
            <a:r>
              <a:rPr lang="es"/>
              <a:t>Firebase.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Asegurar que el IVA del 19% y los descuentos se apliquen correctamente.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Implementación de operaciones atómicas en el inventario usando write batch para evitar inconsistencias al registrar o revertir ventas.</a:t>
            </a:r>
            <a:r>
              <a:rPr lang="es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Entregar un flujo funcional completo.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Ágil (Scrum)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Sprints semanales con daily scrums virtuales.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Backlog gestionado en Trello ("To do", "In progress", "Done").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Replanificación ágil tras retroalimentación docente.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Enfoque Sprint 5: priorización del núcleo sobre funcionalidades secundarias.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Alineado con competencia IL 2.2: “Gestionar proyectos informáticos”.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Cambios técnicos clave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Node.js + SQL local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Firebase (Firestore + Authentication)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Inconsistencias en entornos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Entorno colaborativo estable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Difícil sincronización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Sin servidor, escalable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Justificación: Mayor estabilidad, trazabilidad y compatibilidad con trabajo en equipo.</a:t>
            </a:r>
            <a:endParaRPr b="1"/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Ajuste estratégico: Migración tecnológica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Validación técnica y legal</a:t>
            </a:r>
            <a:endParaRPr/>
          </a:p>
        </p:txBody>
      </p:sp>
      <p:sp>
        <p:nvSpPr>
          <p:cNvPr id="119" name="Google Shape;119;p1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Cálculo correcto de IVA (19%).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Aplicación de descuentos antes del IVA (cumple normativa chilena).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Atomicidad en ventas e inventario (write Batch).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Resultados: 100% de casos de prueba superados.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pruebas (CP-01 a CP-07) ejecutado en Firebase Emulator: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 de desarrollo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fuente y módulos funcionales (GitHub):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https://github.com/FernandaMonsalveLuco/fastpos-desktop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Autenticación con roles (mesero, caja, admin).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Interfaz de caja con cálculo automático.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Componentes reutilizables y Context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datos en Firestore: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Colecciones: usuarios, productos, ventas, inventario.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Reglas de seguridad por rol.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Monitoreo del plan de trabajo.</a:t>
            </a:r>
            <a:endParaRPr/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</a:t>
            </a:r>
            <a:r>
              <a:rPr lang="es"/>
              <a:t>postergada</a:t>
            </a:r>
            <a:r>
              <a:rPr lang="es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Módulo</a:t>
            </a:r>
            <a:r>
              <a:rPr lang="es"/>
              <a:t> de reportes (PDF/CSV) -&gt; Fase final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Justificación</a:t>
            </a:r>
            <a:r>
              <a:rPr lang="es"/>
              <a:t>: Priorizar estabilidad del </a:t>
            </a:r>
            <a:r>
              <a:rPr lang="es"/>
              <a:t>núcleo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Actividad reajustada: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Mejorar la logica y diseño de la vista de Mesero.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Justificación: El diseño de experiencia de usuario no pasó las pruebas de facilidad de uso.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Factores clave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325" y="2078875"/>
            <a:ext cx="37743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</a:t>
            </a:r>
            <a:r>
              <a:rPr lang="es"/>
              <a:t>acilitadores: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Dominio previo de React y Firebase.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Herramientas: GitHub, Trello, Figma.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Retroalimentación oportuna del docente.</a:t>
            </a:r>
            <a:endParaRPr/>
          </a:p>
        </p:txBody>
      </p:sp>
      <p:sp>
        <p:nvSpPr>
          <p:cNvPr id="141" name="Google Shape;141;p21"/>
          <p:cNvSpPr txBox="1"/>
          <p:nvPr>
            <p:ph idx="2" type="body"/>
          </p:nvPr>
        </p:nvSpPr>
        <p:spPr>
          <a:xfrm>
            <a:off x="4643600" y="2078875"/>
            <a:ext cx="37743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Dificultades: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Stack inicial (Express + SQL local) generaba inconsistencias.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Error en lógica de cálculo (descuentos después del IVA).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729450" y="3648750"/>
            <a:ext cx="7688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Soluciones aplicadas: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Migración a Firebase.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Corrección de lógica + pruebas rigurosas.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Últimas integraciones</a:t>
            </a:r>
            <a:r>
              <a:rPr lang="es"/>
              <a:t> (Fase Final)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Desarrollo del módulo de reportes.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Desarrollo de la vista del Mesero.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Generación de reportes PDF/CSV desde colección ventas.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Documentación final y presentación.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Pruebas de usuario final y ajustes UX.</a:t>
            </a:r>
            <a:endParaRPr/>
          </a:p>
        </p:txBody>
      </p:sp>
      <p:sp>
        <p:nvSpPr>
          <p:cNvPr id="149" name="Google Shape;149;p2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Meta: Entregar un sistema funcional, legalmente válido y técnicamente robusto.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729450" y="864300"/>
            <a:ext cx="7492500" cy="24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800"/>
              <a:t>Gracias</a:t>
            </a:r>
            <a:endParaRPr sz="6800"/>
          </a:p>
        </p:txBody>
      </p:sp>
      <p:sp>
        <p:nvSpPr>
          <p:cNvPr id="155" name="Google Shape;155;p23"/>
          <p:cNvSpPr txBox="1"/>
          <p:nvPr/>
        </p:nvSpPr>
        <p:spPr>
          <a:xfrm>
            <a:off x="729450" y="3306300"/>
            <a:ext cx="749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¿Preguntas?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
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Bebas Neue"/>
      <p:regular r:id="rId29"/>
    </p:embeddedFont>
    <p:embeddedFont>
      <p:font typeface="Open Sans SemiBold"/>
      <p:regular r:id="rId30"/>
      <p:bold r:id="rId31"/>
      <p:italic r:id="rId32"/>
      <p:boldItalic r:id="rId33"/>
    </p:embeddedFont>
    <p:embeddedFont>
      <p:font typeface="Open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2127AB-4AA9-439F-B0B7-19A3422BB6C9}">
  <a:tblStyle styleId="{FA2127AB-4AA9-439F-B0B7-19A3422BB6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ebasNeu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SemiBold-bold.fntdata"/><Relationship Id="rId30" Type="http://schemas.openxmlformats.org/officeDocument/2006/relationships/font" Target="fonts/OpenSansSemiBold-regular.fntdata"/><Relationship Id="rId11" Type="http://schemas.openxmlformats.org/officeDocument/2006/relationships/slide" Target="slides/slide6.xml"/><Relationship Id="rId33" Type="http://schemas.openxmlformats.org/officeDocument/2006/relationships/font" Target="fonts/OpenSansSemiBold-boldItalic.fntdata"/><Relationship Id="rId10" Type="http://schemas.openxmlformats.org/officeDocument/2006/relationships/slide" Target="slides/slide5.xml"/><Relationship Id="rId32" Type="http://schemas.openxmlformats.org/officeDocument/2006/relationships/font" Target="fonts/OpenSansSemiBold-italic.fntdata"/><Relationship Id="rId13" Type="http://schemas.openxmlformats.org/officeDocument/2006/relationships/slide" Target="slides/slide8.xml"/><Relationship Id="rId35" Type="http://schemas.openxmlformats.org/officeDocument/2006/relationships/font" Target="fonts/OpenSans-bold.fntdata"/><Relationship Id="rId12" Type="http://schemas.openxmlformats.org/officeDocument/2006/relationships/slide" Target="slides/slide7.xml"/><Relationship Id="rId34" Type="http://schemas.openxmlformats.org/officeDocument/2006/relationships/font" Target="fonts/OpenSans-regular.fntdata"/><Relationship Id="rId15" Type="http://schemas.openxmlformats.org/officeDocument/2006/relationships/slide" Target="slides/slide10.xml"/><Relationship Id="rId37" Type="http://schemas.openxmlformats.org/officeDocument/2006/relationships/font" Target="fonts/OpenSans-boldItalic.fntdata"/><Relationship Id="rId14" Type="http://schemas.openxmlformats.org/officeDocument/2006/relationships/slide" Target="slides/slide9.xml"/><Relationship Id="rId36" Type="http://schemas.openxmlformats.org/officeDocument/2006/relationships/font" Target="fonts/OpenSans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6e5688cf2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6e5688cf2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3fc5edeb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a3fc5edeb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3fc5edeb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3fc5edeb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4c0da380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4c0da380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3fc5edeb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a3fc5edeb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a66e1284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aa66e1284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4c0da3801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4c0da3801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a48b62a5c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aa48b62a5c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aa48b62a5c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aa48b62a5c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aa48b62a5c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aa48b62a5c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a48b62a5c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aa48b62a5c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aa48b62a5c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aa48b62a5c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aa66e128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aa66e128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aa66e1284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aa66e1284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a66e1284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aa66e1284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a48b62a5c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aa48b62a5c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aa48b62a5c_1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aa48b62a5c_1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4c0da3801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4c0da3801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4370875" y="920225"/>
            <a:ext cx="3667500" cy="26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5200"/>
              <a:buNone/>
              <a:defRPr sz="5500">
                <a:solidFill>
                  <a:srgbClr val="023047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719850" y="3999375"/>
            <a:ext cx="49593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/>
          <p:nvPr>
            <p:ph idx="2" type="pic"/>
          </p:nvPr>
        </p:nvSpPr>
        <p:spPr>
          <a:xfrm>
            <a:off x="150400" y="682175"/>
            <a:ext cx="3118500" cy="37785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  <p:grpSp>
        <p:nvGrpSpPr>
          <p:cNvPr id="14" name="Google Shape;14;p2"/>
          <p:cNvGrpSpPr/>
          <p:nvPr/>
        </p:nvGrpSpPr>
        <p:grpSpPr>
          <a:xfrm>
            <a:off x="338375" y="244050"/>
            <a:ext cx="260031" cy="186099"/>
            <a:chOff x="338375" y="244050"/>
            <a:chExt cx="260031" cy="186099"/>
          </a:xfrm>
        </p:grpSpPr>
        <p:sp>
          <p:nvSpPr>
            <p:cNvPr id="15" name="Google Shape;15;p2"/>
            <p:cNvSpPr/>
            <p:nvPr/>
          </p:nvSpPr>
          <p:spPr>
            <a:xfrm>
              <a:off x="396806" y="244072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96806" y="318950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396806" y="393827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38375" y="2440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38375" y="3189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38375" y="393849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 txBox="1"/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3600"/>
              <a:buNone/>
              <a:defRPr sz="3600">
                <a:solidFill>
                  <a:srgbClr val="219EB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3600"/>
              <a:buNone/>
              <a:defRPr sz="3600">
                <a:solidFill>
                  <a:srgbClr val="219EBC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3600"/>
              <a:buNone/>
              <a:defRPr sz="3600">
                <a:solidFill>
                  <a:srgbClr val="219EBC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3600"/>
              <a:buNone/>
              <a:defRPr sz="3600">
                <a:solidFill>
                  <a:srgbClr val="219EBC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3600"/>
              <a:buNone/>
              <a:defRPr sz="3600">
                <a:solidFill>
                  <a:srgbClr val="219EBC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3600"/>
              <a:buNone/>
              <a:defRPr sz="3600">
                <a:solidFill>
                  <a:srgbClr val="219EBC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3600"/>
              <a:buNone/>
              <a:defRPr sz="3600">
                <a:solidFill>
                  <a:srgbClr val="219EBC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3600"/>
              <a:buNone/>
              <a:defRPr sz="3600">
                <a:solidFill>
                  <a:srgbClr val="219EBC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3600"/>
              <a:buNone/>
              <a:defRPr sz="3600">
                <a:solidFill>
                  <a:srgbClr val="219EBC"/>
                </a:solidFill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hasCustomPrompt="1" idx="2" type="title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6000"/>
              <a:buNone/>
              <a:defRPr sz="6000">
                <a:solidFill>
                  <a:srgbClr val="219EBC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6000"/>
              <a:buNone/>
              <a:defRPr sz="6000">
                <a:solidFill>
                  <a:srgbClr val="219EBC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6000"/>
              <a:buNone/>
              <a:defRPr sz="6000">
                <a:solidFill>
                  <a:srgbClr val="219EBC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6000"/>
              <a:buNone/>
              <a:defRPr sz="6000">
                <a:solidFill>
                  <a:srgbClr val="219EBC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6000"/>
              <a:buNone/>
              <a:defRPr sz="6000">
                <a:solidFill>
                  <a:srgbClr val="219EBC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6000"/>
              <a:buNone/>
              <a:defRPr sz="6000">
                <a:solidFill>
                  <a:srgbClr val="219EBC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6000"/>
              <a:buNone/>
              <a:defRPr sz="6000">
                <a:solidFill>
                  <a:srgbClr val="219EBC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6000"/>
              <a:buNone/>
              <a:defRPr sz="6000">
                <a:solidFill>
                  <a:srgbClr val="219EBC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6000"/>
              <a:buNone/>
              <a:defRPr sz="6000">
                <a:solidFill>
                  <a:srgbClr val="219EBC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" name="Google Shape;26;p3"/>
          <p:cNvSpPr txBox="1"/>
          <p:nvPr>
            <p:ph idx="1" type="subTitle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CAE6"/>
              </a:buClr>
              <a:buSzPts val="1400"/>
              <a:buNone/>
              <a:defRPr>
                <a:solidFill>
                  <a:srgbClr val="8ECAE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1304575" y="678650"/>
            <a:ext cx="4852200" cy="6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500"/>
              <a:buNone/>
              <a:defRPr>
                <a:solidFill>
                  <a:srgbClr val="023047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500"/>
              <a:buNone/>
              <a:defRPr>
                <a:solidFill>
                  <a:srgbClr val="023047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500"/>
              <a:buNone/>
              <a:defRPr>
                <a:solidFill>
                  <a:srgbClr val="023047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500"/>
              <a:buNone/>
              <a:defRPr>
                <a:solidFill>
                  <a:srgbClr val="023047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500"/>
              <a:buNone/>
              <a:defRPr>
                <a:solidFill>
                  <a:srgbClr val="023047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500"/>
              <a:buNone/>
              <a:defRPr>
                <a:solidFill>
                  <a:srgbClr val="023047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500"/>
              <a:buNone/>
              <a:defRPr>
                <a:solidFill>
                  <a:srgbClr val="023047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500"/>
              <a:buNone/>
              <a:defRPr>
                <a:solidFill>
                  <a:srgbClr val="023047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500"/>
              <a:buNone/>
              <a:defRPr>
                <a:solidFill>
                  <a:srgbClr val="023047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1304575" y="1912463"/>
            <a:ext cx="4643400" cy="24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●"/>
              <a:defRPr sz="1200">
                <a:solidFill>
                  <a:srgbClr val="023047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○"/>
              <a:defRPr>
                <a:solidFill>
                  <a:srgbClr val="023047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■"/>
              <a:defRPr>
                <a:solidFill>
                  <a:srgbClr val="023047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●"/>
              <a:defRPr>
                <a:solidFill>
                  <a:srgbClr val="023047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○"/>
              <a:defRPr>
                <a:solidFill>
                  <a:srgbClr val="023047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■"/>
              <a:defRPr>
                <a:solidFill>
                  <a:srgbClr val="023047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●"/>
              <a:defRPr>
                <a:solidFill>
                  <a:srgbClr val="023047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○"/>
              <a:defRPr>
                <a:solidFill>
                  <a:srgbClr val="023047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■"/>
              <a:defRPr>
                <a:solidFill>
                  <a:srgbClr val="023047"/>
                </a:solidFill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None/>
              <a:defRPr sz="2400">
                <a:solidFill>
                  <a:srgbClr val="023047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None/>
              <a:defRPr sz="2400">
                <a:solidFill>
                  <a:srgbClr val="023047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None/>
              <a:defRPr sz="2400">
                <a:solidFill>
                  <a:srgbClr val="023047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None/>
              <a:defRPr sz="2400">
                <a:solidFill>
                  <a:srgbClr val="023047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None/>
              <a:defRPr sz="2400">
                <a:solidFill>
                  <a:srgbClr val="023047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None/>
              <a:defRPr sz="2400">
                <a:solidFill>
                  <a:srgbClr val="023047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None/>
              <a:defRPr sz="2400">
                <a:solidFill>
                  <a:srgbClr val="023047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None/>
              <a:defRPr sz="2400">
                <a:solidFill>
                  <a:srgbClr val="023047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None/>
              <a:defRPr sz="2400">
                <a:solidFill>
                  <a:srgbClr val="023047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2" type="subTitle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None/>
              <a:defRPr sz="24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None/>
              <a:defRPr sz="2400">
                <a:solidFill>
                  <a:srgbClr val="023047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None/>
              <a:defRPr sz="2400">
                <a:solidFill>
                  <a:srgbClr val="023047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None/>
              <a:defRPr sz="2400">
                <a:solidFill>
                  <a:srgbClr val="023047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None/>
              <a:defRPr sz="2400">
                <a:solidFill>
                  <a:srgbClr val="023047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None/>
              <a:defRPr sz="2400">
                <a:solidFill>
                  <a:srgbClr val="023047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None/>
              <a:defRPr sz="2400">
                <a:solidFill>
                  <a:srgbClr val="023047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None/>
              <a:defRPr sz="2400">
                <a:solidFill>
                  <a:srgbClr val="023047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None/>
              <a:defRPr sz="2400">
                <a:solidFill>
                  <a:srgbClr val="023047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3" type="subTitle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4" type="subTitle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>
            <p:ph idx="2" type="pic"/>
          </p:nvPr>
        </p:nvSpPr>
        <p:spPr>
          <a:xfrm>
            <a:off x="164950" y="1496850"/>
            <a:ext cx="3711600" cy="1418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  <p:sp>
        <p:nvSpPr>
          <p:cNvPr id="42" name="Google Shape;42;p6"/>
          <p:cNvSpPr/>
          <p:nvPr>
            <p:ph idx="3" type="pic"/>
          </p:nvPr>
        </p:nvSpPr>
        <p:spPr>
          <a:xfrm>
            <a:off x="6109925" y="3052300"/>
            <a:ext cx="2863500" cy="14184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1304650" y="688488"/>
            <a:ext cx="7119300" cy="6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" name="Google Shape;44;p6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7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" type="body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●"/>
              <a:defRPr sz="1400">
                <a:solidFill>
                  <a:srgbClr val="023047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○"/>
              <a:defRPr>
                <a:solidFill>
                  <a:srgbClr val="023047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■"/>
              <a:defRPr>
                <a:solidFill>
                  <a:srgbClr val="023047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●"/>
              <a:defRPr>
                <a:solidFill>
                  <a:srgbClr val="023047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○"/>
              <a:defRPr>
                <a:solidFill>
                  <a:srgbClr val="023047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■"/>
              <a:defRPr>
                <a:solidFill>
                  <a:srgbClr val="023047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●"/>
              <a:defRPr>
                <a:solidFill>
                  <a:srgbClr val="023047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○"/>
              <a:defRPr>
                <a:solidFill>
                  <a:srgbClr val="023047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■"/>
              <a:defRPr>
                <a:solidFill>
                  <a:srgbClr val="023047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/>
          <p:nvPr/>
        </p:nvSpPr>
        <p:spPr>
          <a:xfrm>
            <a:off x="150400" y="143853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8"/>
          <p:cNvSpPr/>
          <p:nvPr/>
        </p:nvSpPr>
        <p:spPr>
          <a:xfrm>
            <a:off x="150400" y="4626903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1304575" y="746550"/>
            <a:ext cx="7124400" cy="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1304575" y="2042200"/>
            <a:ext cx="3156600" cy="215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 sz="16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9pPr>
          </a:lstStyle>
          <a:p/>
        </p:txBody>
      </p:sp>
      <p:sp>
        <p:nvSpPr>
          <p:cNvPr id="58" name="Google Shape;58;p9"/>
          <p:cNvSpPr/>
          <p:nvPr>
            <p:ph idx="2" type="pic"/>
          </p:nvPr>
        </p:nvSpPr>
        <p:spPr>
          <a:xfrm>
            <a:off x="5416650" y="1757950"/>
            <a:ext cx="3556800" cy="27231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</p:sp>
      <p:sp>
        <p:nvSpPr>
          <p:cNvPr id="59" name="Google Shape;59;p9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9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0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1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1"/>
          <p:cNvSpPr txBox="1"/>
          <p:nvPr>
            <p:ph hasCustomPrompt="1" type="title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9" name="Google Shape;69;p11"/>
          <p:cNvSpPr txBox="1"/>
          <p:nvPr>
            <p:ph idx="1" type="subTitle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6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idx="1" type="subTitle"/>
          </p:nvPr>
        </p:nvSpPr>
        <p:spPr>
          <a:xfrm>
            <a:off x="1362200" y="1619988"/>
            <a:ext cx="4113000" cy="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 sz="1200">
                <a:solidFill>
                  <a:srgbClr val="023047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type="title"/>
          </p:nvPr>
        </p:nvSpPr>
        <p:spPr>
          <a:xfrm>
            <a:off x="1362200" y="676700"/>
            <a:ext cx="3974700" cy="6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2" type="subTitle"/>
          </p:nvPr>
        </p:nvSpPr>
        <p:spPr>
          <a:xfrm>
            <a:off x="1362200" y="2400075"/>
            <a:ext cx="4203600" cy="19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3" type="title"/>
          </p:nvPr>
        </p:nvSpPr>
        <p:spPr>
          <a:xfrm>
            <a:off x="1362200" y="2154675"/>
            <a:ext cx="4113000" cy="2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2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6" name="Google Shape;76;p13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723600" y="1704950"/>
            <a:ext cx="7704000" cy="29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Char char="●"/>
              <a:defRPr>
                <a:solidFill>
                  <a:srgbClr val="023047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2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23047"/>
              </a:solidFill>
            </a:endParaRPr>
          </a:p>
        </p:txBody>
      </p:sp>
      <p:sp>
        <p:nvSpPr>
          <p:cNvPr id="85" name="Google Shape;85;p16"/>
          <p:cNvSpPr txBox="1"/>
          <p:nvPr>
            <p:ph idx="1" type="subTitle"/>
          </p:nvPr>
        </p:nvSpPr>
        <p:spPr>
          <a:xfrm>
            <a:off x="708525" y="1907338"/>
            <a:ext cx="2239800" cy="1212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16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2" type="subTitle"/>
          </p:nvPr>
        </p:nvSpPr>
        <p:spPr>
          <a:xfrm>
            <a:off x="850275" y="4005950"/>
            <a:ext cx="19563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3" type="subTitle"/>
          </p:nvPr>
        </p:nvSpPr>
        <p:spPr>
          <a:xfrm>
            <a:off x="3583750" y="4005950"/>
            <a:ext cx="19563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4" type="subTitle"/>
          </p:nvPr>
        </p:nvSpPr>
        <p:spPr>
          <a:xfrm>
            <a:off x="6330846" y="4005952"/>
            <a:ext cx="19563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i="1" sz="14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type="title"/>
          </p:nvPr>
        </p:nvSpPr>
        <p:spPr>
          <a:xfrm>
            <a:off x="1304575" y="773400"/>
            <a:ext cx="6534900" cy="81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8ECAE6"/>
              </a:buClr>
              <a:buSzPts val="3500"/>
              <a:buNone/>
              <a:defRPr sz="4500">
                <a:solidFill>
                  <a:srgbClr val="8ECAE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5" type="subTitle"/>
          </p:nvPr>
        </p:nvSpPr>
        <p:spPr>
          <a:xfrm>
            <a:off x="3466635" y="1907338"/>
            <a:ext cx="2239800" cy="1212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16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1" name="Google Shape;91;p16"/>
          <p:cNvSpPr txBox="1"/>
          <p:nvPr>
            <p:ph idx="6" type="subTitle"/>
          </p:nvPr>
        </p:nvSpPr>
        <p:spPr>
          <a:xfrm>
            <a:off x="6189092" y="1907360"/>
            <a:ext cx="2239800" cy="12126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16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92" name="Google Shape;92;p16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23047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/>
          <p:nvPr>
            <p:ph idx="2" type="pic"/>
          </p:nvPr>
        </p:nvSpPr>
        <p:spPr>
          <a:xfrm>
            <a:off x="162900" y="691375"/>
            <a:ext cx="2582400" cy="1875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  <p:sp>
        <p:nvSpPr>
          <p:cNvPr id="97" name="Google Shape;97;p17"/>
          <p:cNvSpPr/>
          <p:nvPr>
            <p:ph idx="3" type="pic"/>
          </p:nvPr>
        </p:nvSpPr>
        <p:spPr>
          <a:xfrm>
            <a:off x="3632900" y="2708550"/>
            <a:ext cx="1766700" cy="17622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  <p:sp>
        <p:nvSpPr>
          <p:cNvPr id="98" name="Google Shape;98;p17"/>
          <p:cNvSpPr/>
          <p:nvPr>
            <p:ph idx="4" type="pic"/>
          </p:nvPr>
        </p:nvSpPr>
        <p:spPr>
          <a:xfrm>
            <a:off x="6378375" y="678650"/>
            <a:ext cx="2595000" cy="1875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  <p:sp>
        <p:nvSpPr>
          <p:cNvPr id="99" name="Google Shape;99;p17"/>
          <p:cNvSpPr txBox="1"/>
          <p:nvPr>
            <p:ph idx="1" type="subTitle"/>
          </p:nvPr>
        </p:nvSpPr>
        <p:spPr>
          <a:xfrm>
            <a:off x="1188350" y="2708550"/>
            <a:ext cx="2162100" cy="49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20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5" type="subTitle"/>
          </p:nvPr>
        </p:nvSpPr>
        <p:spPr>
          <a:xfrm>
            <a:off x="1188350" y="3173507"/>
            <a:ext cx="2162100" cy="8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6" type="subTitle"/>
          </p:nvPr>
        </p:nvSpPr>
        <p:spPr>
          <a:xfrm>
            <a:off x="3490950" y="1214551"/>
            <a:ext cx="2162100" cy="8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7" type="subTitle"/>
          </p:nvPr>
        </p:nvSpPr>
        <p:spPr>
          <a:xfrm>
            <a:off x="5682050" y="3173507"/>
            <a:ext cx="2162100" cy="8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8" type="subTitle"/>
          </p:nvPr>
        </p:nvSpPr>
        <p:spPr>
          <a:xfrm>
            <a:off x="3490950" y="749600"/>
            <a:ext cx="2162100" cy="49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20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9" type="subTitle"/>
          </p:nvPr>
        </p:nvSpPr>
        <p:spPr>
          <a:xfrm>
            <a:off x="5682050" y="2708550"/>
            <a:ext cx="2162100" cy="4989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20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">
  <p:cSld name="BLANK_1_1_1_1_2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/>
          <p:nvPr>
            <p:ph idx="2" type="pic"/>
          </p:nvPr>
        </p:nvSpPr>
        <p:spPr>
          <a:xfrm>
            <a:off x="150400" y="678650"/>
            <a:ext cx="8823000" cy="1536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7" name="Google Shape;107;p18"/>
          <p:cNvSpPr txBox="1"/>
          <p:nvPr>
            <p:ph idx="1" type="subTitle"/>
          </p:nvPr>
        </p:nvSpPr>
        <p:spPr>
          <a:xfrm>
            <a:off x="715100" y="3074825"/>
            <a:ext cx="1980000" cy="520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20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08" name="Google Shape;108;p18"/>
          <p:cNvSpPr txBox="1"/>
          <p:nvPr>
            <p:ph idx="3" type="subTitle"/>
          </p:nvPr>
        </p:nvSpPr>
        <p:spPr>
          <a:xfrm>
            <a:off x="715100" y="3519525"/>
            <a:ext cx="1980000" cy="57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4" type="subTitle"/>
          </p:nvPr>
        </p:nvSpPr>
        <p:spPr>
          <a:xfrm>
            <a:off x="6448901" y="3519525"/>
            <a:ext cx="1980000" cy="57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5" type="subTitle"/>
          </p:nvPr>
        </p:nvSpPr>
        <p:spPr>
          <a:xfrm>
            <a:off x="2626367" y="3519513"/>
            <a:ext cx="1980000" cy="57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6" type="subTitle"/>
          </p:nvPr>
        </p:nvSpPr>
        <p:spPr>
          <a:xfrm>
            <a:off x="4537634" y="3519525"/>
            <a:ext cx="1980000" cy="579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7" type="subTitle"/>
          </p:nvPr>
        </p:nvSpPr>
        <p:spPr>
          <a:xfrm>
            <a:off x="2626375" y="3074825"/>
            <a:ext cx="1980000" cy="520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20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8" type="subTitle"/>
          </p:nvPr>
        </p:nvSpPr>
        <p:spPr>
          <a:xfrm>
            <a:off x="6448900" y="3074825"/>
            <a:ext cx="1980000" cy="520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20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9" type="subTitle"/>
          </p:nvPr>
        </p:nvSpPr>
        <p:spPr>
          <a:xfrm>
            <a:off x="4537625" y="3074825"/>
            <a:ext cx="1980000" cy="520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20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5" name="Google Shape;115;p18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8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 txBox="1"/>
          <p:nvPr>
            <p:ph idx="1" type="subTitle"/>
          </p:nvPr>
        </p:nvSpPr>
        <p:spPr>
          <a:xfrm>
            <a:off x="722100" y="1392597"/>
            <a:ext cx="1997700" cy="69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 sz="12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2" type="subTitle"/>
          </p:nvPr>
        </p:nvSpPr>
        <p:spPr>
          <a:xfrm>
            <a:off x="3565803" y="1392600"/>
            <a:ext cx="2001900" cy="69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3" type="subTitle"/>
          </p:nvPr>
        </p:nvSpPr>
        <p:spPr>
          <a:xfrm>
            <a:off x="6424901" y="1392598"/>
            <a:ext cx="2001900" cy="690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 sz="12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4" type="subTitle"/>
          </p:nvPr>
        </p:nvSpPr>
        <p:spPr>
          <a:xfrm>
            <a:off x="722100" y="3130047"/>
            <a:ext cx="1997700" cy="650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 sz="12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5" type="subTitle"/>
          </p:nvPr>
        </p:nvSpPr>
        <p:spPr>
          <a:xfrm>
            <a:off x="3565803" y="3130048"/>
            <a:ext cx="2001900" cy="650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9"/>
          <p:cNvSpPr txBox="1"/>
          <p:nvPr>
            <p:ph idx="6" type="subTitle"/>
          </p:nvPr>
        </p:nvSpPr>
        <p:spPr>
          <a:xfrm>
            <a:off x="6427001" y="3130048"/>
            <a:ext cx="1997700" cy="650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 sz="12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1400"/>
              <a:buNone/>
              <a:defRPr>
                <a:solidFill>
                  <a:srgbClr val="023047"/>
                </a:solidFill>
              </a:defRPr>
            </a:lvl9pPr>
          </a:lstStyle>
          <a:p/>
        </p:txBody>
      </p:sp>
      <p:sp>
        <p:nvSpPr>
          <p:cNvPr id="126" name="Google Shape;126;p19"/>
          <p:cNvSpPr txBox="1"/>
          <p:nvPr>
            <p:ph idx="7" type="subTitle"/>
          </p:nvPr>
        </p:nvSpPr>
        <p:spPr>
          <a:xfrm>
            <a:off x="722100" y="910247"/>
            <a:ext cx="19977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20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7" name="Google Shape;127;p19"/>
          <p:cNvSpPr txBox="1"/>
          <p:nvPr>
            <p:ph idx="8" type="subTitle"/>
          </p:nvPr>
        </p:nvSpPr>
        <p:spPr>
          <a:xfrm>
            <a:off x="3565803" y="910247"/>
            <a:ext cx="20019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CAE6"/>
              </a:buClr>
              <a:buSzPts val="2400"/>
              <a:buFont typeface="Bebas Neue"/>
              <a:buNone/>
              <a:defRPr b="1" sz="2000">
                <a:solidFill>
                  <a:srgbClr val="8ECAE6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9" type="subTitle"/>
          </p:nvPr>
        </p:nvSpPr>
        <p:spPr>
          <a:xfrm>
            <a:off x="6424901" y="910247"/>
            <a:ext cx="20019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20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13" type="subTitle"/>
          </p:nvPr>
        </p:nvSpPr>
        <p:spPr>
          <a:xfrm>
            <a:off x="722100" y="2704647"/>
            <a:ext cx="1997700" cy="423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20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4" type="subTitle"/>
          </p:nvPr>
        </p:nvSpPr>
        <p:spPr>
          <a:xfrm>
            <a:off x="3565803" y="2704647"/>
            <a:ext cx="2001900" cy="423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b="1" sz="2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15" type="subTitle"/>
          </p:nvPr>
        </p:nvSpPr>
        <p:spPr>
          <a:xfrm>
            <a:off x="6427001" y="2704647"/>
            <a:ext cx="1997700" cy="423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20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BLANK_1_1_1_1_1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/>
          <p:nvPr>
            <p:ph idx="2" type="pic"/>
          </p:nvPr>
        </p:nvSpPr>
        <p:spPr>
          <a:xfrm>
            <a:off x="150400" y="678650"/>
            <a:ext cx="8823000" cy="12600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  <p:sp>
        <p:nvSpPr>
          <p:cNvPr id="134" name="Google Shape;134;p20"/>
          <p:cNvSpPr txBox="1"/>
          <p:nvPr>
            <p:ph idx="1" type="subTitle"/>
          </p:nvPr>
        </p:nvSpPr>
        <p:spPr>
          <a:xfrm>
            <a:off x="1304625" y="2598550"/>
            <a:ext cx="1744500" cy="33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0"/>
          <p:cNvSpPr txBox="1"/>
          <p:nvPr>
            <p:ph idx="3" type="subTitle"/>
          </p:nvPr>
        </p:nvSpPr>
        <p:spPr>
          <a:xfrm>
            <a:off x="3660413" y="2598556"/>
            <a:ext cx="1748100" cy="33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0"/>
          <p:cNvSpPr txBox="1"/>
          <p:nvPr>
            <p:ph idx="4" type="subTitle"/>
          </p:nvPr>
        </p:nvSpPr>
        <p:spPr>
          <a:xfrm>
            <a:off x="6090700" y="2598550"/>
            <a:ext cx="1748100" cy="33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0"/>
          <p:cNvSpPr txBox="1"/>
          <p:nvPr>
            <p:ph idx="5" type="subTitle"/>
          </p:nvPr>
        </p:nvSpPr>
        <p:spPr>
          <a:xfrm>
            <a:off x="1304634" y="3726073"/>
            <a:ext cx="1744500" cy="33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0"/>
          <p:cNvSpPr txBox="1"/>
          <p:nvPr>
            <p:ph idx="6" type="subTitle"/>
          </p:nvPr>
        </p:nvSpPr>
        <p:spPr>
          <a:xfrm>
            <a:off x="3660788" y="3726073"/>
            <a:ext cx="1748100" cy="33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0"/>
          <p:cNvSpPr txBox="1"/>
          <p:nvPr>
            <p:ph idx="7" type="subTitle"/>
          </p:nvPr>
        </p:nvSpPr>
        <p:spPr>
          <a:xfrm>
            <a:off x="6087600" y="3726075"/>
            <a:ext cx="1752600" cy="334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0"/>
          <p:cNvSpPr txBox="1"/>
          <p:nvPr>
            <p:ph idx="8" type="subTitle"/>
          </p:nvPr>
        </p:nvSpPr>
        <p:spPr>
          <a:xfrm>
            <a:off x="1304650" y="2177700"/>
            <a:ext cx="1744500" cy="423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20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1" name="Google Shape;141;p20"/>
          <p:cNvSpPr txBox="1"/>
          <p:nvPr>
            <p:ph idx="9" type="subTitle"/>
          </p:nvPr>
        </p:nvSpPr>
        <p:spPr>
          <a:xfrm>
            <a:off x="3660413" y="2177700"/>
            <a:ext cx="1748100" cy="423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20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2" name="Google Shape;142;p20"/>
          <p:cNvSpPr txBox="1"/>
          <p:nvPr>
            <p:ph idx="13" type="subTitle"/>
          </p:nvPr>
        </p:nvSpPr>
        <p:spPr>
          <a:xfrm>
            <a:off x="6090892" y="2177700"/>
            <a:ext cx="1748100" cy="423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20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20"/>
          <p:cNvSpPr txBox="1"/>
          <p:nvPr>
            <p:ph idx="14" type="subTitle"/>
          </p:nvPr>
        </p:nvSpPr>
        <p:spPr>
          <a:xfrm>
            <a:off x="1305025" y="3300670"/>
            <a:ext cx="1744500" cy="423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20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15" type="subTitle"/>
          </p:nvPr>
        </p:nvSpPr>
        <p:spPr>
          <a:xfrm>
            <a:off x="3660788" y="3300670"/>
            <a:ext cx="1748100" cy="423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20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16" type="subTitle"/>
          </p:nvPr>
        </p:nvSpPr>
        <p:spPr>
          <a:xfrm>
            <a:off x="6091267" y="3300671"/>
            <a:ext cx="1748100" cy="423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b="1" sz="2000">
                <a:solidFill>
                  <a:srgbClr val="02304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2400"/>
              <a:buFont typeface="Bebas Neue"/>
              <a:buNone/>
              <a:defRPr sz="2400">
                <a:solidFill>
                  <a:srgbClr val="023047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6" name="Google Shape;146;p20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0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1304575" y="684325"/>
            <a:ext cx="6534900" cy="221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0" name="Google Shape;150;p21"/>
          <p:cNvSpPr/>
          <p:nvPr>
            <p:ph idx="2" type="pic"/>
          </p:nvPr>
        </p:nvSpPr>
        <p:spPr>
          <a:xfrm>
            <a:off x="160500" y="3049250"/>
            <a:ext cx="8781300" cy="14100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  <p:sp>
        <p:nvSpPr>
          <p:cNvPr id="151" name="Google Shape;151;p21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1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2"/>
          <p:cNvSpPr txBox="1"/>
          <p:nvPr>
            <p:ph type="title"/>
          </p:nvPr>
        </p:nvSpPr>
        <p:spPr>
          <a:xfrm>
            <a:off x="720000" y="811799"/>
            <a:ext cx="7704000" cy="60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5" name="Google Shape;155;p22"/>
          <p:cNvSpPr/>
          <p:nvPr>
            <p:ph idx="2" type="pic"/>
          </p:nvPr>
        </p:nvSpPr>
        <p:spPr>
          <a:xfrm>
            <a:off x="160500" y="2301625"/>
            <a:ext cx="8812800" cy="2169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  <p:sp>
        <p:nvSpPr>
          <p:cNvPr id="156" name="Google Shape;156;p22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2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/>
          <p:nvPr>
            <p:ph type="title"/>
          </p:nvPr>
        </p:nvSpPr>
        <p:spPr>
          <a:xfrm>
            <a:off x="805150" y="765775"/>
            <a:ext cx="38352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0" name="Google Shape;160;p23"/>
          <p:cNvSpPr/>
          <p:nvPr>
            <p:ph idx="2" type="pic"/>
          </p:nvPr>
        </p:nvSpPr>
        <p:spPr>
          <a:xfrm>
            <a:off x="160450" y="1770225"/>
            <a:ext cx="5124600" cy="27006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  <p:sp>
        <p:nvSpPr>
          <p:cNvPr id="161" name="Google Shape;161;p23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3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1_1_1_1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/>
          <p:nvPr>
            <p:ph idx="2" type="pic"/>
          </p:nvPr>
        </p:nvSpPr>
        <p:spPr>
          <a:xfrm>
            <a:off x="6854375" y="678525"/>
            <a:ext cx="2118900" cy="3792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  <p:sp>
        <p:nvSpPr>
          <p:cNvPr id="165" name="Google Shape;165;p24"/>
          <p:cNvSpPr txBox="1"/>
          <p:nvPr>
            <p:ph type="title"/>
          </p:nvPr>
        </p:nvSpPr>
        <p:spPr>
          <a:xfrm>
            <a:off x="975450" y="886175"/>
            <a:ext cx="4908000" cy="3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6" name="Google Shape;166;p24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4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/>
          <p:nvPr/>
        </p:nvSpPr>
        <p:spPr>
          <a:xfrm>
            <a:off x="150400" y="3748650"/>
            <a:ext cx="4993200" cy="1283100"/>
          </a:xfrm>
          <a:prstGeom prst="roundRect">
            <a:avLst>
              <a:gd fmla="val 13899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"/>
          <p:cNvSpPr txBox="1"/>
          <p:nvPr>
            <p:ph type="ctrTitle"/>
          </p:nvPr>
        </p:nvSpPr>
        <p:spPr>
          <a:xfrm>
            <a:off x="715100" y="535000"/>
            <a:ext cx="38073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1" name="Google Shape;171;p25"/>
          <p:cNvSpPr txBox="1"/>
          <p:nvPr>
            <p:ph idx="1" type="subTitle"/>
          </p:nvPr>
        </p:nvSpPr>
        <p:spPr>
          <a:xfrm>
            <a:off x="710150" y="1429300"/>
            <a:ext cx="3807300" cy="11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2" name="Google Shape;172;p25"/>
          <p:cNvSpPr txBox="1"/>
          <p:nvPr/>
        </p:nvSpPr>
        <p:spPr>
          <a:xfrm>
            <a:off x="710150" y="3944800"/>
            <a:ext cx="38073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" name="Google Shape;173;p25"/>
          <p:cNvSpPr/>
          <p:nvPr>
            <p:ph idx="2" type="pic"/>
          </p:nvPr>
        </p:nvSpPr>
        <p:spPr>
          <a:xfrm>
            <a:off x="5296050" y="125450"/>
            <a:ext cx="3677400" cy="49038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/>
          <p:nvPr/>
        </p:nvSpPr>
        <p:spPr>
          <a:xfrm>
            <a:off x="2153531" y="678750"/>
            <a:ext cx="2345400" cy="1827300"/>
          </a:xfrm>
          <a:prstGeom prst="roundRect">
            <a:avLst>
              <a:gd fmla="val 14026" name="adj"/>
            </a:avLst>
          </a:prstGeom>
          <a:solidFill>
            <a:srgbClr val="FFB703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6"/>
          <p:cNvSpPr/>
          <p:nvPr/>
        </p:nvSpPr>
        <p:spPr>
          <a:xfrm>
            <a:off x="6627994" y="678650"/>
            <a:ext cx="2345400" cy="1827300"/>
          </a:xfrm>
          <a:prstGeom prst="roundRect">
            <a:avLst>
              <a:gd fmla="val 14026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6"/>
          <p:cNvSpPr/>
          <p:nvPr/>
        </p:nvSpPr>
        <p:spPr>
          <a:xfrm>
            <a:off x="2143431" y="2643625"/>
            <a:ext cx="2345400" cy="1827300"/>
          </a:xfrm>
          <a:prstGeom prst="roundRect">
            <a:avLst>
              <a:gd fmla="val 14026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6"/>
          <p:cNvSpPr/>
          <p:nvPr/>
        </p:nvSpPr>
        <p:spPr>
          <a:xfrm>
            <a:off x="6627994" y="2643525"/>
            <a:ext cx="2345400" cy="1827300"/>
          </a:xfrm>
          <a:prstGeom prst="roundRect">
            <a:avLst>
              <a:gd fmla="val 14026" name="adj"/>
            </a:avLst>
          </a:prstGeom>
          <a:solidFill>
            <a:srgbClr val="FFB703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6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6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6"/>
          <p:cNvSpPr/>
          <p:nvPr>
            <p:ph idx="2" type="pic"/>
          </p:nvPr>
        </p:nvSpPr>
        <p:spPr>
          <a:xfrm>
            <a:off x="150400" y="678750"/>
            <a:ext cx="1846500" cy="1827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  <p:sp>
        <p:nvSpPr>
          <p:cNvPr id="182" name="Google Shape;182;p26"/>
          <p:cNvSpPr/>
          <p:nvPr>
            <p:ph idx="3" type="pic"/>
          </p:nvPr>
        </p:nvSpPr>
        <p:spPr>
          <a:xfrm>
            <a:off x="150400" y="2643625"/>
            <a:ext cx="1846500" cy="1827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  <p:sp>
        <p:nvSpPr>
          <p:cNvPr id="183" name="Google Shape;183;p26"/>
          <p:cNvSpPr/>
          <p:nvPr>
            <p:ph idx="4" type="pic"/>
          </p:nvPr>
        </p:nvSpPr>
        <p:spPr>
          <a:xfrm>
            <a:off x="4640213" y="2643625"/>
            <a:ext cx="1846500" cy="1827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  <p:sp>
        <p:nvSpPr>
          <p:cNvPr id="184" name="Google Shape;184;p26"/>
          <p:cNvSpPr/>
          <p:nvPr>
            <p:ph idx="5" type="pic"/>
          </p:nvPr>
        </p:nvSpPr>
        <p:spPr>
          <a:xfrm>
            <a:off x="4640213" y="678750"/>
            <a:ext cx="1846500" cy="1827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/>
          <p:nvPr/>
        </p:nvSpPr>
        <p:spPr>
          <a:xfrm>
            <a:off x="160500" y="691375"/>
            <a:ext cx="4425600" cy="1318800"/>
          </a:xfrm>
          <a:prstGeom prst="roundRect">
            <a:avLst>
              <a:gd fmla="val 9526" name="adj"/>
            </a:avLst>
          </a:prstGeom>
          <a:solidFill>
            <a:srgbClr val="FB8500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7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7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7"/>
          <p:cNvSpPr/>
          <p:nvPr>
            <p:ph idx="2" type="pic"/>
          </p:nvPr>
        </p:nvSpPr>
        <p:spPr>
          <a:xfrm>
            <a:off x="4752350" y="691375"/>
            <a:ext cx="4221000" cy="3806700"/>
          </a:xfrm>
          <a:prstGeom prst="roundRect">
            <a:avLst>
              <a:gd fmla="val 5138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  <p:sp>
        <p:nvSpPr>
          <p:cNvPr id="190" name="Google Shape;190;p27"/>
          <p:cNvSpPr/>
          <p:nvPr>
            <p:ph idx="3" type="pic"/>
          </p:nvPr>
        </p:nvSpPr>
        <p:spPr>
          <a:xfrm>
            <a:off x="150400" y="2153888"/>
            <a:ext cx="4425600" cy="2327700"/>
          </a:xfrm>
          <a:prstGeom prst="roundRect">
            <a:avLst>
              <a:gd fmla="val 5138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8"/>
          <p:cNvSpPr/>
          <p:nvPr/>
        </p:nvSpPr>
        <p:spPr>
          <a:xfrm>
            <a:off x="150400" y="460850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23047"/>
              </a:buClr>
              <a:buSzPts val="3500"/>
              <a:buFont typeface="Open Sans"/>
              <a:buNone/>
              <a:defRPr b="1" sz="3500">
                <a:solidFill>
                  <a:srgbClr val="023047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9EBC"/>
              </a:buClr>
              <a:buSzPts val="1400"/>
              <a:buFont typeface="Open Sans"/>
              <a:buChar char="●"/>
              <a:defRPr>
                <a:solidFill>
                  <a:srgbClr val="219EBC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9EBC"/>
              </a:buClr>
              <a:buSzPts val="1400"/>
              <a:buFont typeface="Open Sans"/>
              <a:buChar char="○"/>
              <a:defRPr>
                <a:solidFill>
                  <a:srgbClr val="219EBC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9EBC"/>
              </a:buClr>
              <a:buSzPts val="1400"/>
              <a:buFont typeface="Open Sans"/>
              <a:buChar char="■"/>
              <a:defRPr>
                <a:solidFill>
                  <a:srgbClr val="219EBC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9EBC"/>
              </a:buClr>
              <a:buSzPts val="1400"/>
              <a:buFont typeface="Open Sans"/>
              <a:buChar char="●"/>
              <a:defRPr>
                <a:solidFill>
                  <a:srgbClr val="219EBC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9EBC"/>
              </a:buClr>
              <a:buSzPts val="1400"/>
              <a:buFont typeface="Open Sans"/>
              <a:buChar char="○"/>
              <a:defRPr>
                <a:solidFill>
                  <a:srgbClr val="219EBC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9EBC"/>
              </a:buClr>
              <a:buSzPts val="1400"/>
              <a:buFont typeface="Open Sans"/>
              <a:buChar char="■"/>
              <a:defRPr>
                <a:solidFill>
                  <a:srgbClr val="219EBC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9EBC"/>
              </a:buClr>
              <a:buSzPts val="1400"/>
              <a:buFont typeface="Open Sans"/>
              <a:buChar char="●"/>
              <a:defRPr>
                <a:solidFill>
                  <a:srgbClr val="219EBC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9EBC"/>
              </a:buClr>
              <a:buSzPts val="1400"/>
              <a:buFont typeface="Open Sans"/>
              <a:buChar char="○"/>
              <a:defRPr>
                <a:solidFill>
                  <a:srgbClr val="219EBC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219EBC"/>
              </a:buClr>
              <a:buSzPts val="1400"/>
              <a:buFont typeface="Open Sans"/>
              <a:buChar char="■"/>
              <a:defRPr>
                <a:solidFill>
                  <a:srgbClr val="219EBC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slide" Target="/ppt/slides/slide1.xml"/><Relationship Id="rId9" Type="http://schemas.openxmlformats.org/officeDocument/2006/relationships/slide" Target="/ppt/slides/slide8.xml"/><Relationship Id="rId5" Type="http://schemas.openxmlformats.org/officeDocument/2006/relationships/slide" Target="/ppt/slides/slide1.xml"/><Relationship Id="rId6" Type="http://schemas.openxmlformats.org/officeDocument/2006/relationships/slide" Target="/ppt/slides/slide5.xml"/><Relationship Id="rId7" Type="http://schemas.openxmlformats.org/officeDocument/2006/relationships/slide" Target="/ppt/slides/slide5.xml"/><Relationship Id="rId8" Type="http://schemas.openxmlformats.org/officeDocument/2006/relationships/slide" Target="/ppt/slides/slide8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2.xml"/><Relationship Id="rId4" Type="http://schemas.openxmlformats.org/officeDocument/2006/relationships/slide" Target="/ppt/slides/slide2.xml"/><Relationship Id="rId5" Type="http://schemas.openxmlformats.org/officeDocument/2006/relationships/slide" Target="/ppt/slides/slide5.xml"/><Relationship Id="rId6" Type="http://schemas.openxmlformats.org/officeDocument/2006/relationships/slide" Target="/ppt/slides/slide5.xml"/><Relationship Id="rId7" Type="http://schemas.openxmlformats.org/officeDocument/2006/relationships/slide" Target="/ppt/slides/slide8.xml"/><Relationship Id="rId8" Type="http://schemas.openxmlformats.org/officeDocument/2006/relationships/slide" Target="/ppt/slides/slide8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3.xml"/><Relationship Id="rId4" Type="http://schemas.openxmlformats.org/officeDocument/2006/relationships/slide" Target="/ppt/slides/slide3.xml"/><Relationship Id="rId5" Type="http://schemas.openxmlformats.org/officeDocument/2006/relationships/slide" Target="/ppt/slides/slide5.xml"/><Relationship Id="rId6" Type="http://schemas.openxmlformats.org/officeDocument/2006/relationships/slide" Target="/ppt/slides/slide5.xml"/><Relationship Id="rId7" Type="http://schemas.openxmlformats.org/officeDocument/2006/relationships/slide" Target="/ppt/slides/slide8.xml"/><Relationship Id="rId8" Type="http://schemas.openxmlformats.org/officeDocument/2006/relationships/slide" Target="/ppt/slides/slide8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4.xml"/><Relationship Id="rId4" Type="http://schemas.openxmlformats.org/officeDocument/2006/relationships/slide" Target="/ppt/slides/slide4.xml"/><Relationship Id="rId5" Type="http://schemas.openxmlformats.org/officeDocument/2006/relationships/slide" Target="/ppt/slides/slide5.xml"/><Relationship Id="rId6" Type="http://schemas.openxmlformats.org/officeDocument/2006/relationships/slide" Target="/ppt/slides/slide5.xml"/><Relationship Id="rId7" Type="http://schemas.openxmlformats.org/officeDocument/2006/relationships/slide" Target="/ppt/slides/slide8.xml"/><Relationship Id="rId8" Type="http://schemas.openxmlformats.org/officeDocument/2006/relationships/slide" Target="/ppt/slides/slide8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9" Type="http://schemas.openxmlformats.org/officeDocument/2006/relationships/slide" Target="/ppt/slides/slide5.xml"/><Relationship Id="rId5" Type="http://schemas.openxmlformats.org/officeDocument/2006/relationships/image" Target="../media/image2.jpg"/><Relationship Id="rId6" Type="http://schemas.openxmlformats.org/officeDocument/2006/relationships/image" Target="../media/image1.jpg"/><Relationship Id="rId7" Type="http://schemas.openxmlformats.org/officeDocument/2006/relationships/slide" Target="/ppt/slides/slide5.xml"/><Relationship Id="rId8" Type="http://schemas.openxmlformats.org/officeDocument/2006/relationships/slide" Target="/ppt/slides/slide5.xml"/><Relationship Id="rId11" Type="http://schemas.openxmlformats.org/officeDocument/2006/relationships/slide" Target="/ppt/slides/slide8.xml"/><Relationship Id="rId10" Type="http://schemas.openxmlformats.org/officeDocument/2006/relationships/slide" Target="/ppt/slides/slide5.xml"/><Relationship Id="rId12" Type="http://schemas.openxmlformats.org/officeDocument/2006/relationships/slide" Target="/ppt/slides/slide8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9" Type="http://schemas.openxmlformats.org/officeDocument/2006/relationships/slide" Target="/ppt/slides/slide8.xml"/><Relationship Id="rId5" Type="http://schemas.openxmlformats.org/officeDocument/2006/relationships/slide" Target="/ppt/slides/slide8.xml"/><Relationship Id="rId6" Type="http://schemas.openxmlformats.org/officeDocument/2006/relationships/slide" Target="/ppt/slides/slide8.xml"/><Relationship Id="rId7" Type="http://schemas.openxmlformats.org/officeDocument/2006/relationships/slide" Target="/ppt/slides/slide8.xml"/><Relationship Id="rId8" Type="http://schemas.openxmlformats.org/officeDocument/2006/relationships/slide" Target="/ppt/slides/slide8.xml"/><Relationship Id="rId10" Type="http://schemas.openxmlformats.org/officeDocument/2006/relationships/slide" Target="/ppt/slides/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Relationship Id="rId4" Type="http://schemas.openxmlformats.org/officeDocument/2006/relationships/slide" Target="/ppt/slides/slide9.xml"/><Relationship Id="rId9" Type="http://schemas.openxmlformats.org/officeDocument/2006/relationships/slide" Target="/ppt/slides/slide5.xml"/><Relationship Id="rId5" Type="http://schemas.openxmlformats.org/officeDocument/2006/relationships/slide" Target="/ppt/slides/slide9.xml"/><Relationship Id="rId6" Type="http://schemas.openxmlformats.org/officeDocument/2006/relationships/slide" Target="/ppt/slides/slide9.xml"/><Relationship Id="rId7" Type="http://schemas.openxmlformats.org/officeDocument/2006/relationships/slide" Target="/ppt/slides/slide9.xml"/><Relationship Id="rId8" Type="http://schemas.openxmlformats.org/officeDocument/2006/relationships/slide" Target="/ppt/slides/slide5.xml"/><Relationship Id="rId11" Type="http://schemas.openxmlformats.org/officeDocument/2006/relationships/slide" Target="/ppt/slides/slide8.xml"/><Relationship Id="rId10" Type="http://schemas.openxmlformats.org/officeDocument/2006/relationships/slide" Target="/ppt/slides/slide8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slide" Target="/ppt/slides/slide10.xml"/><Relationship Id="rId4" Type="http://schemas.openxmlformats.org/officeDocument/2006/relationships/slide" Target="/ppt/slides/slide10.xml"/><Relationship Id="rId9" Type="http://schemas.openxmlformats.org/officeDocument/2006/relationships/slide" Target="/ppt/slides/slide8.xml"/><Relationship Id="rId5" Type="http://schemas.openxmlformats.org/officeDocument/2006/relationships/slide" Target="/ppt/slides/slide10.xml"/><Relationship Id="rId6" Type="http://schemas.openxmlformats.org/officeDocument/2006/relationships/slide" Target="/ppt/slides/slide10.xml"/><Relationship Id="rId7" Type="http://schemas.openxmlformats.org/officeDocument/2006/relationships/slide" Target="/ppt/slides/slide5.xml"/><Relationship Id="rId8" Type="http://schemas.openxmlformats.org/officeDocument/2006/relationships/slide" Target="/ppt/slides/slide5.xml"/><Relationship Id="rId10" Type="http://schemas.openxmlformats.org/officeDocument/2006/relationships/slide" Target="/ppt/slides/slide8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slide" Target="/ppt/slides/slide11.xml"/><Relationship Id="rId4" Type="http://schemas.openxmlformats.org/officeDocument/2006/relationships/slide" Target="/ppt/slides/slide11.xml"/><Relationship Id="rId9" Type="http://schemas.openxmlformats.org/officeDocument/2006/relationships/slide" Target="/ppt/slides/slide8.xml"/><Relationship Id="rId5" Type="http://schemas.openxmlformats.org/officeDocument/2006/relationships/slide" Target="/ppt/slides/slide11.xml"/><Relationship Id="rId6" Type="http://schemas.openxmlformats.org/officeDocument/2006/relationships/slide" Target="/ppt/slides/slide11.xml"/><Relationship Id="rId7" Type="http://schemas.openxmlformats.org/officeDocument/2006/relationships/slide" Target="/ppt/slides/slide5.xml"/><Relationship Id="rId8" Type="http://schemas.openxmlformats.org/officeDocument/2006/relationships/slide" Target="/ppt/slides/slide5.xml"/><Relationship Id="rId11" Type="http://schemas.openxmlformats.org/officeDocument/2006/relationships/image" Target="../media/image5.png"/><Relationship Id="rId10" Type="http://schemas.openxmlformats.org/officeDocument/2006/relationships/slide" Target="/ppt/slides/slide8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slide" Target="/ppt/slides/slide12.xml"/><Relationship Id="rId9" Type="http://schemas.openxmlformats.org/officeDocument/2006/relationships/slide" Target="/ppt/slides/slide5.xml"/><Relationship Id="rId5" Type="http://schemas.openxmlformats.org/officeDocument/2006/relationships/slide" Target="/ppt/slides/slide12.xml"/><Relationship Id="rId6" Type="http://schemas.openxmlformats.org/officeDocument/2006/relationships/slide" Target="/ppt/slides/slide12.xml"/><Relationship Id="rId7" Type="http://schemas.openxmlformats.org/officeDocument/2006/relationships/slide" Target="/ppt/slides/slide12.xml"/><Relationship Id="rId8" Type="http://schemas.openxmlformats.org/officeDocument/2006/relationships/slide" Target="/ppt/slides/slide5.xml"/><Relationship Id="rId11" Type="http://schemas.openxmlformats.org/officeDocument/2006/relationships/slide" Target="/ppt/slides/slide8.xml"/><Relationship Id="rId10" Type="http://schemas.openxmlformats.org/officeDocument/2006/relationships/slide" Target="/ppt/slides/slide8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slide" Target="/ppt/slides/slide13.xml"/><Relationship Id="rId4" Type="http://schemas.openxmlformats.org/officeDocument/2006/relationships/slide" Target="/ppt/slides/slide13.xml"/><Relationship Id="rId9" Type="http://schemas.openxmlformats.org/officeDocument/2006/relationships/slide" Target="/ppt/slides/slide8.xml"/><Relationship Id="rId5" Type="http://schemas.openxmlformats.org/officeDocument/2006/relationships/slide" Target="/ppt/slides/slide13.xml"/><Relationship Id="rId6" Type="http://schemas.openxmlformats.org/officeDocument/2006/relationships/slide" Target="/ppt/slides/slide13.xml"/><Relationship Id="rId7" Type="http://schemas.openxmlformats.org/officeDocument/2006/relationships/slide" Target="/ppt/slides/slide5.xml"/><Relationship Id="rId8" Type="http://schemas.openxmlformats.org/officeDocument/2006/relationships/slide" Target="/ppt/slides/slide5.xml"/><Relationship Id="rId11" Type="http://schemas.openxmlformats.org/officeDocument/2006/relationships/image" Target="../media/image7.png"/><Relationship Id="rId10" Type="http://schemas.openxmlformats.org/officeDocument/2006/relationships/slide" Target="/ppt/slides/slide8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slide" Target="/ppt/slides/slide17.xml"/><Relationship Id="rId4" Type="http://schemas.openxmlformats.org/officeDocument/2006/relationships/slide" Target="/ppt/slides/slide17.xml"/><Relationship Id="rId9" Type="http://schemas.openxmlformats.org/officeDocument/2006/relationships/slide" Target="/ppt/slides/slide8.xml"/><Relationship Id="rId5" Type="http://schemas.openxmlformats.org/officeDocument/2006/relationships/slide" Target="/ppt/slides/slide17.xml"/><Relationship Id="rId6" Type="http://schemas.openxmlformats.org/officeDocument/2006/relationships/slide" Target="/ppt/slides/slide17.xml"/><Relationship Id="rId7" Type="http://schemas.openxmlformats.org/officeDocument/2006/relationships/slide" Target="/ppt/slides/slide5.xml"/><Relationship Id="rId8" Type="http://schemas.openxmlformats.org/officeDocument/2006/relationships/slide" Target="/ppt/slides/slide5.xml"/><Relationship Id="rId10" Type="http://schemas.openxmlformats.org/officeDocument/2006/relationships/slide" Target="/ppt/slides/slide8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slide" Target="/ppt/slides/slide18.xml"/><Relationship Id="rId4" Type="http://schemas.openxmlformats.org/officeDocument/2006/relationships/slide" Target="/ppt/slides/slide18.xml"/><Relationship Id="rId9" Type="http://schemas.openxmlformats.org/officeDocument/2006/relationships/slide" Target="/ppt/slides/slide8.xml"/><Relationship Id="rId5" Type="http://schemas.openxmlformats.org/officeDocument/2006/relationships/slide" Target="/ppt/slides/slide18.xml"/><Relationship Id="rId6" Type="http://schemas.openxmlformats.org/officeDocument/2006/relationships/slide" Target="/ppt/slides/slide18.xml"/><Relationship Id="rId7" Type="http://schemas.openxmlformats.org/officeDocument/2006/relationships/slide" Target="/ppt/slides/slide5.xml"/><Relationship Id="rId8" Type="http://schemas.openxmlformats.org/officeDocument/2006/relationships/slide" Target="/ppt/slides/slide5.xml"/><Relationship Id="rId10" Type="http://schemas.openxmlformats.org/officeDocument/2006/relationships/slide" Target="/ppt/slides/slide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/>
          <p:nvPr/>
        </p:nvSpPr>
        <p:spPr>
          <a:xfrm>
            <a:off x="3425725" y="3914350"/>
            <a:ext cx="5557800" cy="600000"/>
          </a:xfrm>
          <a:prstGeom prst="roundRect">
            <a:avLst>
              <a:gd fmla="val 24542" name="adj"/>
            </a:avLst>
          </a:prstGeom>
          <a:solidFill>
            <a:srgbClr val="FB8500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9"/>
          <p:cNvSpPr/>
          <p:nvPr/>
        </p:nvSpPr>
        <p:spPr>
          <a:xfrm>
            <a:off x="3425725" y="682175"/>
            <a:ext cx="5547600" cy="3117600"/>
          </a:xfrm>
          <a:prstGeom prst="roundRect">
            <a:avLst>
              <a:gd fmla="val 4705" name="adj"/>
            </a:avLst>
          </a:prstGeom>
          <a:solidFill>
            <a:srgbClr val="219EBC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9"/>
          <p:cNvSpPr txBox="1"/>
          <p:nvPr>
            <p:ph type="ctrTitle"/>
          </p:nvPr>
        </p:nvSpPr>
        <p:spPr>
          <a:xfrm>
            <a:off x="4370875" y="920225"/>
            <a:ext cx="3667500" cy="264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FastPOS -</a:t>
            </a:r>
            <a:r>
              <a:rPr lang="en" sz="4200"/>
              <a:t> </a:t>
            </a:r>
            <a:r>
              <a:rPr lang="en" sz="3900">
                <a:solidFill>
                  <a:schemeClr val="lt1"/>
                </a:solidFill>
              </a:rPr>
              <a:t>POS para microempresas</a:t>
            </a:r>
            <a:endParaRPr sz="3900">
              <a:solidFill>
                <a:schemeClr val="lt1"/>
              </a:solidFill>
            </a:endParaRPr>
          </a:p>
        </p:txBody>
      </p:sp>
      <p:sp>
        <p:nvSpPr>
          <p:cNvPr id="201" name="Google Shape;201;p29"/>
          <p:cNvSpPr txBox="1"/>
          <p:nvPr>
            <p:ph idx="1" type="subTitle"/>
          </p:nvPr>
        </p:nvSpPr>
        <p:spPr>
          <a:xfrm>
            <a:off x="3719850" y="3999375"/>
            <a:ext cx="49593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Fernanda Monsalve - Matías Gutierrez</a:t>
            </a:r>
            <a:endParaRPr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9">
            <a:hlinkClick action="ppaction://hlinkshowjump?jump=firstslide"/>
          </p:cNvPr>
          <p:cNvSpPr txBox="1"/>
          <p:nvPr/>
        </p:nvSpPr>
        <p:spPr>
          <a:xfrm>
            <a:off x="775250" y="240200"/>
            <a:ext cx="992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FastPOS</a:t>
            </a:r>
            <a:endParaRPr sz="1200">
              <a:solidFill>
                <a:schemeClr val="accent6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pic>
        <p:nvPicPr>
          <p:cNvPr id="203" name="Google Shape;203;p2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999" r="28073" t="0"/>
          <a:stretch/>
        </p:blipFill>
        <p:spPr>
          <a:xfrm>
            <a:off x="150400" y="682175"/>
            <a:ext cx="3118500" cy="3778500"/>
          </a:xfrm>
          <a:prstGeom prst="roundRect">
            <a:avLst>
              <a:gd fmla="val 6823" name="adj"/>
            </a:avLst>
          </a:prstGeom>
        </p:spPr>
      </p:pic>
      <p:sp>
        <p:nvSpPr>
          <p:cNvPr id="204" name="Google Shape;204;p29">
            <a:hlinkClick/>
          </p:cNvPr>
          <p:cNvSpPr txBox="1"/>
          <p:nvPr/>
        </p:nvSpPr>
        <p:spPr>
          <a:xfrm>
            <a:off x="6910350" y="4723250"/>
            <a:ext cx="1689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29">
            <a:hlinkClick action="ppaction://hlinksldjump" r:id="rId4"/>
          </p:cNvPr>
          <p:cNvSpPr/>
          <p:nvPr/>
        </p:nvSpPr>
        <p:spPr>
          <a:xfrm>
            <a:off x="1950800" y="221150"/>
            <a:ext cx="992400" cy="231900"/>
          </a:xfrm>
          <a:prstGeom prst="roundRect">
            <a:avLst>
              <a:gd fmla="val 36287" name="adj"/>
            </a:avLst>
          </a:prstGeom>
          <a:solidFill>
            <a:srgbClr val="219E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06" name="Google Shape;206;p29">
            <a:hlinkClick/>
          </p:cNvPr>
          <p:cNvSpPr/>
          <p:nvPr/>
        </p:nvSpPr>
        <p:spPr>
          <a:xfrm>
            <a:off x="304794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About us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07" name="Google Shape;207;p29">
            <a:hlinkClick action="ppaction://hlinksldjump" r:id="rId6"/>
          </p:cNvPr>
          <p:cNvSpPr/>
          <p:nvPr/>
        </p:nvSpPr>
        <p:spPr>
          <a:xfrm>
            <a:off x="414508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Services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08" name="Google Shape;208;p29">
            <a:hlinkClick action="ppaction://hlinksldjump" r:id="rId8"/>
          </p:cNvPr>
          <p:cNvSpPr/>
          <p:nvPr/>
        </p:nvSpPr>
        <p:spPr>
          <a:xfrm>
            <a:off x="524222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09" name="Google Shape;209;p29">
            <a:hlinkClick/>
          </p:cNvPr>
          <p:cNvSpPr/>
          <p:nvPr/>
        </p:nvSpPr>
        <p:spPr>
          <a:xfrm>
            <a:off x="633936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Portfolio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10" name="Google Shape;210;p29">
            <a:hlinkClick/>
          </p:cNvPr>
          <p:cNvSpPr/>
          <p:nvPr/>
        </p:nvSpPr>
        <p:spPr>
          <a:xfrm>
            <a:off x="74365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0"/>
          <p:cNvSpPr/>
          <p:nvPr/>
        </p:nvSpPr>
        <p:spPr>
          <a:xfrm>
            <a:off x="175025" y="3940963"/>
            <a:ext cx="8823000" cy="511200"/>
          </a:xfrm>
          <a:prstGeom prst="roundRect">
            <a:avLst>
              <a:gd fmla="val 38533" name="adj"/>
            </a:avLst>
          </a:prstGeom>
          <a:solidFill>
            <a:srgbClr val="FFB703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16" name="Google Shape;216;p30"/>
          <p:cNvSpPr/>
          <p:nvPr/>
        </p:nvSpPr>
        <p:spPr>
          <a:xfrm>
            <a:off x="175025" y="1748025"/>
            <a:ext cx="8823000" cy="2031900"/>
          </a:xfrm>
          <a:prstGeom prst="roundRect">
            <a:avLst>
              <a:gd fmla="val 15128" name="adj"/>
            </a:avLst>
          </a:prstGeom>
          <a:solidFill>
            <a:srgbClr val="8ECAE6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2304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199775" y="678650"/>
            <a:ext cx="8773500" cy="908400"/>
          </a:xfrm>
          <a:prstGeom prst="roundRect">
            <a:avLst>
              <a:gd fmla="val 24046" name="adj"/>
            </a:avLst>
          </a:prstGeom>
          <a:solidFill>
            <a:srgbClr val="FFB703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0"/>
          <p:cNvSpPr txBox="1"/>
          <p:nvPr>
            <p:ph type="title"/>
          </p:nvPr>
        </p:nvSpPr>
        <p:spPr>
          <a:xfrm>
            <a:off x="1304575" y="773400"/>
            <a:ext cx="6534900" cy="81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accent6"/>
                </a:solidFill>
              </a:rPr>
              <a:t>¿Quién gana con FASTPOS?</a:t>
            </a:r>
            <a:endParaRPr sz="3700">
              <a:solidFill>
                <a:schemeClr val="accent6"/>
              </a:solidFill>
            </a:endParaRPr>
          </a:p>
        </p:txBody>
      </p:sp>
      <p:sp>
        <p:nvSpPr>
          <p:cNvPr id="219" name="Google Shape;219;p30"/>
          <p:cNvSpPr txBox="1"/>
          <p:nvPr>
            <p:ph idx="1" type="subTitle"/>
          </p:nvPr>
        </p:nvSpPr>
        <p:spPr>
          <a:xfrm>
            <a:off x="338375" y="1907350"/>
            <a:ext cx="2557200" cy="1697700"/>
          </a:xfrm>
          <a:prstGeom prst="rect">
            <a:avLst/>
          </a:prstGeom>
          <a:solidFill>
            <a:srgbClr val="8ECAE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En muchos sistemas de punto de venta (POS) utilizados por PYMEs en Chile: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No incluyen dashboard con métricas clave: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Open Sans"/>
              <a:buChar char="●"/>
            </a:pPr>
            <a:r>
              <a:rPr lang="en" sz="900"/>
              <a:t>Sin visibilidad de ventas diarias, ingresos promedio o tendencias por día de la semana.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Open Sans"/>
              <a:buChar char="●"/>
            </a:pPr>
            <a:r>
              <a:rPr lang="en" sz="900"/>
              <a:t>No identifican los productos más vendidos ni pedidos pendientes.</a:t>
            </a:r>
            <a:endParaRPr sz="900"/>
          </a:p>
        </p:txBody>
      </p:sp>
      <p:sp>
        <p:nvSpPr>
          <p:cNvPr id="220" name="Google Shape;220;p30"/>
          <p:cNvSpPr txBox="1"/>
          <p:nvPr>
            <p:ph idx="3" type="subTitle"/>
          </p:nvPr>
        </p:nvSpPr>
        <p:spPr>
          <a:xfrm>
            <a:off x="3583750" y="4005950"/>
            <a:ext cx="19563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21" name="Google Shape;221;p30"/>
          <p:cNvSpPr txBox="1"/>
          <p:nvPr>
            <p:ph idx="4" type="subTitle"/>
          </p:nvPr>
        </p:nvSpPr>
        <p:spPr>
          <a:xfrm>
            <a:off x="6330846" y="4005952"/>
            <a:ext cx="19563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22" name="Google Shape;222;p30"/>
          <p:cNvSpPr txBox="1"/>
          <p:nvPr>
            <p:ph idx="5" type="subTitle"/>
          </p:nvPr>
        </p:nvSpPr>
        <p:spPr>
          <a:xfrm>
            <a:off x="2943197" y="1907350"/>
            <a:ext cx="2924100" cy="1697700"/>
          </a:xfrm>
          <a:prstGeom prst="rect">
            <a:avLst/>
          </a:prstGeom>
          <a:solidFill>
            <a:srgbClr val="8ECAE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Gestión de inventario débil o inexistente: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Open Sans"/>
              <a:buChar char="●"/>
            </a:pPr>
            <a:r>
              <a:rPr lang="en" sz="900"/>
              <a:t>No controlan stock de ingredientes ni productos compuestos.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Open Sans"/>
              <a:buChar char="●"/>
            </a:pPr>
            <a:r>
              <a:rPr lang="en" sz="900"/>
              <a:t>No previenen errores como ventas con stock insuficiente.</a:t>
            </a:r>
            <a:endParaRPr sz="900"/>
          </a:p>
        </p:txBody>
      </p:sp>
      <p:sp>
        <p:nvSpPr>
          <p:cNvPr id="223" name="Google Shape;223;p30"/>
          <p:cNvSpPr txBox="1"/>
          <p:nvPr>
            <p:ph idx="6" type="subTitle"/>
          </p:nvPr>
        </p:nvSpPr>
        <p:spPr>
          <a:xfrm>
            <a:off x="5893900" y="1907375"/>
            <a:ext cx="2763300" cy="1697700"/>
          </a:xfrm>
          <a:prstGeom prst="rect">
            <a:avLst/>
          </a:prstGeom>
          <a:solidFill>
            <a:srgbClr val="8ECAE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Falta de soporte para operación en restaurante: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Open Sans"/>
              <a:buChar char="●"/>
            </a:pPr>
            <a:r>
              <a:rPr lang="en" sz="900"/>
              <a:t>No permiten asignar pedidos a mesas ni gestionar su estado.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Open Sans"/>
              <a:buChar char="●"/>
            </a:pPr>
            <a:r>
              <a:rPr lang="en" sz="900"/>
              <a:t>No ofrecen CRUD para administrar mesas ni usuarios con roles diferenciados.</a:t>
            </a:r>
            <a:endParaRPr sz="900"/>
          </a:p>
        </p:txBody>
      </p:sp>
      <p:sp>
        <p:nvSpPr>
          <p:cNvPr id="224" name="Google Shape;224;p30">
            <a:hlinkClick action="ppaction://hlinkshowjump?jump=firstslide"/>
          </p:cNvPr>
          <p:cNvSpPr txBox="1"/>
          <p:nvPr/>
        </p:nvSpPr>
        <p:spPr>
          <a:xfrm>
            <a:off x="775250" y="240200"/>
            <a:ext cx="992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FastPOS</a:t>
            </a:r>
            <a:endParaRPr sz="1200">
              <a:solidFill>
                <a:schemeClr val="accent6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grpSp>
        <p:nvGrpSpPr>
          <p:cNvPr id="225" name="Google Shape;225;p30"/>
          <p:cNvGrpSpPr/>
          <p:nvPr/>
        </p:nvGrpSpPr>
        <p:grpSpPr>
          <a:xfrm>
            <a:off x="338375" y="244050"/>
            <a:ext cx="260031" cy="186099"/>
            <a:chOff x="338375" y="244050"/>
            <a:chExt cx="260031" cy="186099"/>
          </a:xfrm>
        </p:grpSpPr>
        <p:sp>
          <p:nvSpPr>
            <p:cNvPr id="226" name="Google Shape;226;p30"/>
            <p:cNvSpPr/>
            <p:nvPr/>
          </p:nvSpPr>
          <p:spPr>
            <a:xfrm>
              <a:off x="396806" y="244072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227" name="Google Shape;227;p30"/>
            <p:cNvSpPr/>
            <p:nvPr/>
          </p:nvSpPr>
          <p:spPr>
            <a:xfrm>
              <a:off x="396806" y="318950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228" name="Google Shape;228;p30"/>
            <p:cNvSpPr/>
            <p:nvPr/>
          </p:nvSpPr>
          <p:spPr>
            <a:xfrm>
              <a:off x="396806" y="393827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229" name="Google Shape;229;p30"/>
            <p:cNvSpPr/>
            <p:nvPr/>
          </p:nvSpPr>
          <p:spPr>
            <a:xfrm>
              <a:off x="338375" y="2440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230" name="Google Shape;230;p30"/>
            <p:cNvSpPr/>
            <p:nvPr/>
          </p:nvSpPr>
          <p:spPr>
            <a:xfrm>
              <a:off x="338375" y="3189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231" name="Google Shape;231;p30"/>
            <p:cNvSpPr/>
            <p:nvPr/>
          </p:nvSpPr>
          <p:spPr>
            <a:xfrm>
              <a:off x="338375" y="393849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</p:grpSp>
      <p:sp>
        <p:nvSpPr>
          <p:cNvPr id="232" name="Google Shape;232;p30">
            <a:hlinkClick action="ppaction://hlinksldjump" r:id="rId3"/>
          </p:cNvPr>
          <p:cNvSpPr/>
          <p:nvPr/>
        </p:nvSpPr>
        <p:spPr>
          <a:xfrm>
            <a:off x="19508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33" name="Google Shape;233;p30">
            <a:hlinkClick/>
          </p:cNvPr>
          <p:cNvSpPr/>
          <p:nvPr/>
        </p:nvSpPr>
        <p:spPr>
          <a:xfrm>
            <a:off x="3047940" y="221150"/>
            <a:ext cx="992400" cy="231900"/>
          </a:xfrm>
          <a:prstGeom prst="roundRect">
            <a:avLst>
              <a:gd fmla="val 36287" name="adj"/>
            </a:avLst>
          </a:prstGeom>
          <a:solidFill>
            <a:srgbClr val="219E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About us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34" name="Google Shape;234;p30">
            <a:hlinkClick action="ppaction://hlinksldjump" r:id="rId5"/>
          </p:cNvPr>
          <p:cNvSpPr/>
          <p:nvPr/>
        </p:nvSpPr>
        <p:spPr>
          <a:xfrm>
            <a:off x="414508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Services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35" name="Google Shape;235;p30">
            <a:hlinkClick action="ppaction://hlinksldjump" r:id="rId7"/>
          </p:cNvPr>
          <p:cNvSpPr/>
          <p:nvPr/>
        </p:nvSpPr>
        <p:spPr>
          <a:xfrm>
            <a:off x="524222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36" name="Google Shape;236;p30">
            <a:hlinkClick/>
          </p:cNvPr>
          <p:cNvSpPr/>
          <p:nvPr/>
        </p:nvSpPr>
        <p:spPr>
          <a:xfrm>
            <a:off x="633936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Portfolio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37" name="Google Shape;237;p30">
            <a:hlinkClick/>
          </p:cNvPr>
          <p:cNvSpPr/>
          <p:nvPr/>
        </p:nvSpPr>
        <p:spPr>
          <a:xfrm>
            <a:off x="74365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38" name="Google Shape;238;p30"/>
          <p:cNvSpPr txBox="1"/>
          <p:nvPr>
            <p:ph idx="2" type="subTitle"/>
          </p:nvPr>
        </p:nvSpPr>
        <p:spPr>
          <a:xfrm>
            <a:off x="850275" y="4005950"/>
            <a:ext cx="19563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Problematica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/>
          <p:nvPr/>
        </p:nvSpPr>
        <p:spPr>
          <a:xfrm>
            <a:off x="175025" y="3940963"/>
            <a:ext cx="8823000" cy="511200"/>
          </a:xfrm>
          <a:prstGeom prst="roundRect">
            <a:avLst>
              <a:gd fmla="val 38533" name="adj"/>
            </a:avLst>
          </a:prstGeom>
          <a:solidFill>
            <a:srgbClr val="FFB703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44" name="Google Shape;244;p31"/>
          <p:cNvSpPr/>
          <p:nvPr/>
        </p:nvSpPr>
        <p:spPr>
          <a:xfrm>
            <a:off x="175025" y="1748025"/>
            <a:ext cx="8823000" cy="2031900"/>
          </a:xfrm>
          <a:prstGeom prst="roundRect">
            <a:avLst>
              <a:gd fmla="val 15128" name="adj"/>
            </a:avLst>
          </a:prstGeom>
          <a:solidFill>
            <a:srgbClr val="8ECAE6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02304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31"/>
          <p:cNvSpPr/>
          <p:nvPr/>
        </p:nvSpPr>
        <p:spPr>
          <a:xfrm>
            <a:off x="199775" y="678650"/>
            <a:ext cx="8773500" cy="908400"/>
          </a:xfrm>
          <a:prstGeom prst="roundRect">
            <a:avLst>
              <a:gd fmla="val 24046" name="adj"/>
            </a:avLst>
          </a:prstGeom>
          <a:solidFill>
            <a:srgbClr val="FFB703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1"/>
          <p:cNvSpPr txBox="1"/>
          <p:nvPr>
            <p:ph type="title"/>
          </p:nvPr>
        </p:nvSpPr>
        <p:spPr>
          <a:xfrm>
            <a:off x="1304575" y="773400"/>
            <a:ext cx="6534900" cy="81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accent6"/>
                </a:solidFill>
              </a:rPr>
              <a:t>¿Quién gana con FASTPOS?</a:t>
            </a:r>
            <a:endParaRPr sz="3700">
              <a:solidFill>
                <a:schemeClr val="accent6"/>
              </a:solidFill>
            </a:endParaRPr>
          </a:p>
        </p:txBody>
      </p:sp>
      <p:sp>
        <p:nvSpPr>
          <p:cNvPr id="247" name="Google Shape;247;p31"/>
          <p:cNvSpPr txBox="1"/>
          <p:nvPr>
            <p:ph idx="1" type="subTitle"/>
          </p:nvPr>
        </p:nvSpPr>
        <p:spPr>
          <a:xfrm>
            <a:off x="338375" y="1907350"/>
            <a:ext cx="2557200" cy="1697700"/>
          </a:xfrm>
          <a:prstGeom prst="rect">
            <a:avLst/>
          </a:prstGeom>
          <a:solidFill>
            <a:srgbClr val="8ECAE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Dashboard inteligente: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Open Sans"/>
              <a:buChar char="●"/>
            </a:pPr>
            <a:r>
              <a:rPr lang="en" sz="900"/>
              <a:t>Muestra métricas clave en tiempo real: ventas del día, ingreso promedio, total por día de la semana y productos más vendidos.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Gestión integral de inventario: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Open Sans"/>
              <a:buChar char="●"/>
            </a:pPr>
            <a:r>
              <a:rPr lang="en" sz="900"/>
              <a:t>Control preciso de stock de ingredientes y productos terminados, con operaciones atómicas que evitan inconsistencias.</a:t>
            </a:r>
            <a:endParaRPr sz="900"/>
          </a:p>
        </p:txBody>
      </p:sp>
      <p:sp>
        <p:nvSpPr>
          <p:cNvPr id="248" name="Google Shape;248;p31"/>
          <p:cNvSpPr txBox="1"/>
          <p:nvPr>
            <p:ph idx="2" type="subTitle"/>
          </p:nvPr>
        </p:nvSpPr>
        <p:spPr>
          <a:xfrm>
            <a:off x="863100" y="4038600"/>
            <a:ext cx="19563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49" name="Google Shape;249;p31"/>
          <p:cNvSpPr txBox="1"/>
          <p:nvPr>
            <p:ph idx="3" type="subTitle"/>
          </p:nvPr>
        </p:nvSpPr>
        <p:spPr>
          <a:xfrm>
            <a:off x="3583750" y="4005950"/>
            <a:ext cx="19563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Nuestra solución</a:t>
            </a:r>
            <a:endParaRPr b="1"/>
          </a:p>
        </p:txBody>
      </p:sp>
      <p:sp>
        <p:nvSpPr>
          <p:cNvPr id="250" name="Google Shape;250;p31"/>
          <p:cNvSpPr txBox="1"/>
          <p:nvPr>
            <p:ph idx="4" type="subTitle"/>
          </p:nvPr>
        </p:nvSpPr>
        <p:spPr>
          <a:xfrm>
            <a:off x="6330846" y="4005952"/>
            <a:ext cx="19563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51" name="Google Shape;251;p31"/>
          <p:cNvSpPr txBox="1"/>
          <p:nvPr>
            <p:ph idx="5" type="subTitle"/>
          </p:nvPr>
        </p:nvSpPr>
        <p:spPr>
          <a:xfrm>
            <a:off x="2943197" y="1907350"/>
            <a:ext cx="2924100" cy="1697700"/>
          </a:xfrm>
          <a:prstGeom prst="rect">
            <a:avLst/>
          </a:prstGeom>
          <a:solidFill>
            <a:srgbClr val="8ECAE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Soporte para operación en restaurante: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Open Sans"/>
              <a:buChar char="●"/>
            </a:pPr>
            <a:r>
              <a:rPr lang="en" sz="900"/>
              <a:t>CRUD para administrar mesas (crear, editar, eliminar).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Open Sans"/>
              <a:buChar char="●"/>
            </a:pPr>
            <a:r>
              <a:rPr lang="en" sz="900"/>
              <a:t>Pedidos asociados directamente a mesas, con seguimiento de estado.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Gestión de usuarios con roles: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Open Sans"/>
              <a:buChar char="●"/>
            </a:pPr>
            <a:r>
              <a:rPr lang="en" sz="900"/>
              <a:t>Meseros, cajeros y administradores acceden solo a las funciones pertinentes a su rol.</a:t>
            </a:r>
            <a:endParaRPr sz="900"/>
          </a:p>
        </p:txBody>
      </p:sp>
      <p:sp>
        <p:nvSpPr>
          <p:cNvPr id="252" name="Google Shape;252;p31"/>
          <p:cNvSpPr txBox="1"/>
          <p:nvPr>
            <p:ph idx="6" type="subTitle"/>
          </p:nvPr>
        </p:nvSpPr>
        <p:spPr>
          <a:xfrm>
            <a:off x="5893900" y="1907375"/>
            <a:ext cx="2763300" cy="1697700"/>
          </a:xfrm>
          <a:prstGeom prst="rect">
            <a:avLst/>
          </a:prstGeom>
          <a:solidFill>
            <a:srgbClr val="8ECAE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Cumplimiento tributario chileno: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Open Sans"/>
              <a:buChar char="●"/>
            </a:pPr>
            <a:r>
              <a:rPr lang="en" sz="900"/>
              <a:t>Cálculo automático y exacto de IVA (19%) y descuentos aplicados antes del impuesto, según normativa del SII.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Diseñado para PYMEs locales: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Open Sans"/>
              <a:buChar char="●"/>
            </a:pPr>
            <a:r>
              <a:rPr lang="en" sz="900"/>
              <a:t>Interfaz intuitiva, sin curva de aprendizaje, y optimizado para entornos con conectividad limitada (app de escritorio offline-first).</a:t>
            </a:r>
            <a:endParaRPr sz="900"/>
          </a:p>
        </p:txBody>
      </p:sp>
      <p:sp>
        <p:nvSpPr>
          <p:cNvPr id="253" name="Google Shape;253;p31">
            <a:hlinkClick action="ppaction://hlinkshowjump?jump=firstslide"/>
          </p:cNvPr>
          <p:cNvSpPr txBox="1"/>
          <p:nvPr/>
        </p:nvSpPr>
        <p:spPr>
          <a:xfrm>
            <a:off x="775250" y="240200"/>
            <a:ext cx="992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FastPOS</a:t>
            </a:r>
            <a:endParaRPr sz="1200">
              <a:solidFill>
                <a:schemeClr val="accent6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grpSp>
        <p:nvGrpSpPr>
          <p:cNvPr id="254" name="Google Shape;254;p31"/>
          <p:cNvGrpSpPr/>
          <p:nvPr/>
        </p:nvGrpSpPr>
        <p:grpSpPr>
          <a:xfrm>
            <a:off x="338375" y="244050"/>
            <a:ext cx="260031" cy="186099"/>
            <a:chOff x="338375" y="244050"/>
            <a:chExt cx="260031" cy="186099"/>
          </a:xfrm>
        </p:grpSpPr>
        <p:sp>
          <p:nvSpPr>
            <p:cNvPr id="255" name="Google Shape;255;p31"/>
            <p:cNvSpPr/>
            <p:nvPr/>
          </p:nvSpPr>
          <p:spPr>
            <a:xfrm>
              <a:off x="396806" y="244072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396806" y="318950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396806" y="393827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338375" y="2440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338375" y="3189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338375" y="393849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</p:grpSp>
      <p:sp>
        <p:nvSpPr>
          <p:cNvPr id="261" name="Google Shape;261;p31">
            <a:hlinkClick action="ppaction://hlinksldjump" r:id="rId3"/>
          </p:cNvPr>
          <p:cNvSpPr/>
          <p:nvPr/>
        </p:nvSpPr>
        <p:spPr>
          <a:xfrm>
            <a:off x="19508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62" name="Google Shape;262;p31">
            <a:hlinkClick/>
          </p:cNvPr>
          <p:cNvSpPr/>
          <p:nvPr/>
        </p:nvSpPr>
        <p:spPr>
          <a:xfrm>
            <a:off x="3047940" y="221150"/>
            <a:ext cx="992400" cy="231900"/>
          </a:xfrm>
          <a:prstGeom prst="roundRect">
            <a:avLst>
              <a:gd fmla="val 36287" name="adj"/>
            </a:avLst>
          </a:prstGeom>
          <a:solidFill>
            <a:srgbClr val="219E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About us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63" name="Google Shape;263;p31">
            <a:hlinkClick action="ppaction://hlinksldjump" r:id="rId5"/>
          </p:cNvPr>
          <p:cNvSpPr/>
          <p:nvPr/>
        </p:nvSpPr>
        <p:spPr>
          <a:xfrm>
            <a:off x="414508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Services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64" name="Google Shape;264;p31">
            <a:hlinkClick action="ppaction://hlinksldjump" r:id="rId7"/>
          </p:cNvPr>
          <p:cNvSpPr/>
          <p:nvPr/>
        </p:nvSpPr>
        <p:spPr>
          <a:xfrm>
            <a:off x="524222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65" name="Google Shape;265;p31">
            <a:hlinkClick/>
          </p:cNvPr>
          <p:cNvSpPr/>
          <p:nvPr/>
        </p:nvSpPr>
        <p:spPr>
          <a:xfrm>
            <a:off x="633936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Portfolio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66" name="Google Shape;266;p31">
            <a:hlinkClick/>
          </p:cNvPr>
          <p:cNvSpPr/>
          <p:nvPr/>
        </p:nvSpPr>
        <p:spPr>
          <a:xfrm>
            <a:off x="74365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/>
          <p:nvPr/>
        </p:nvSpPr>
        <p:spPr>
          <a:xfrm>
            <a:off x="175025" y="3940963"/>
            <a:ext cx="8823000" cy="511200"/>
          </a:xfrm>
          <a:prstGeom prst="roundRect">
            <a:avLst>
              <a:gd fmla="val 38533" name="adj"/>
            </a:avLst>
          </a:prstGeom>
          <a:solidFill>
            <a:srgbClr val="FFB703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72" name="Google Shape;272;p32"/>
          <p:cNvSpPr/>
          <p:nvPr/>
        </p:nvSpPr>
        <p:spPr>
          <a:xfrm>
            <a:off x="175025" y="1748025"/>
            <a:ext cx="8823000" cy="2031900"/>
          </a:xfrm>
          <a:prstGeom prst="roundRect">
            <a:avLst>
              <a:gd fmla="val 15128" name="adj"/>
            </a:avLst>
          </a:prstGeom>
          <a:solidFill>
            <a:srgbClr val="8ECAE6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023047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32"/>
          <p:cNvSpPr/>
          <p:nvPr/>
        </p:nvSpPr>
        <p:spPr>
          <a:xfrm>
            <a:off x="199775" y="678650"/>
            <a:ext cx="8773500" cy="908400"/>
          </a:xfrm>
          <a:prstGeom prst="roundRect">
            <a:avLst>
              <a:gd fmla="val 24046" name="adj"/>
            </a:avLst>
          </a:prstGeom>
          <a:solidFill>
            <a:srgbClr val="FFB703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2"/>
          <p:cNvSpPr txBox="1"/>
          <p:nvPr>
            <p:ph type="title"/>
          </p:nvPr>
        </p:nvSpPr>
        <p:spPr>
          <a:xfrm>
            <a:off x="1304575" y="773400"/>
            <a:ext cx="6534900" cy="81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accent6"/>
                </a:solidFill>
              </a:rPr>
              <a:t>¿Quién gana con FASTPOS?</a:t>
            </a:r>
            <a:endParaRPr sz="3700">
              <a:solidFill>
                <a:schemeClr val="accent6"/>
              </a:solidFill>
            </a:endParaRPr>
          </a:p>
        </p:txBody>
      </p:sp>
      <p:sp>
        <p:nvSpPr>
          <p:cNvPr id="275" name="Google Shape;275;p32"/>
          <p:cNvSpPr txBox="1"/>
          <p:nvPr>
            <p:ph idx="1" type="subTitle"/>
          </p:nvPr>
        </p:nvSpPr>
        <p:spPr>
          <a:xfrm>
            <a:off x="338375" y="1907350"/>
            <a:ext cx="2557200" cy="1697700"/>
          </a:xfrm>
          <a:prstGeom prst="rect">
            <a:avLst/>
          </a:prstGeom>
          <a:solidFill>
            <a:srgbClr val="8ECAE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Dueños de PYMEs (restaurantes, cafés, tiendas)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Reducción de estrés operativo, mayor control financiero y tiempo liberado para crecer su negocio.</a:t>
            </a:r>
            <a:endParaRPr sz="1000"/>
          </a:p>
        </p:txBody>
      </p:sp>
      <p:sp>
        <p:nvSpPr>
          <p:cNvPr id="276" name="Google Shape;276;p32"/>
          <p:cNvSpPr txBox="1"/>
          <p:nvPr>
            <p:ph idx="2" type="subTitle"/>
          </p:nvPr>
        </p:nvSpPr>
        <p:spPr>
          <a:xfrm>
            <a:off x="863100" y="4038600"/>
            <a:ext cx="19563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77" name="Google Shape;277;p32"/>
          <p:cNvSpPr txBox="1"/>
          <p:nvPr>
            <p:ph idx="3" type="subTitle"/>
          </p:nvPr>
        </p:nvSpPr>
        <p:spPr>
          <a:xfrm>
            <a:off x="3583750" y="4005950"/>
            <a:ext cx="19563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Nuestra solución</a:t>
            </a:r>
            <a:endParaRPr b="1"/>
          </a:p>
        </p:txBody>
      </p:sp>
      <p:sp>
        <p:nvSpPr>
          <p:cNvPr id="278" name="Google Shape;278;p32"/>
          <p:cNvSpPr txBox="1"/>
          <p:nvPr>
            <p:ph idx="4" type="subTitle"/>
          </p:nvPr>
        </p:nvSpPr>
        <p:spPr>
          <a:xfrm>
            <a:off x="6330846" y="4005952"/>
            <a:ext cx="1956300" cy="37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Stackeholders</a:t>
            </a:r>
            <a:endParaRPr b="1"/>
          </a:p>
        </p:txBody>
      </p:sp>
      <p:sp>
        <p:nvSpPr>
          <p:cNvPr id="279" name="Google Shape;279;p32"/>
          <p:cNvSpPr txBox="1"/>
          <p:nvPr>
            <p:ph idx="5" type="subTitle"/>
          </p:nvPr>
        </p:nvSpPr>
        <p:spPr>
          <a:xfrm>
            <a:off x="2943197" y="1907350"/>
            <a:ext cx="2924100" cy="1697700"/>
          </a:xfrm>
          <a:prstGeom prst="rect">
            <a:avLst/>
          </a:prstGeom>
          <a:solidFill>
            <a:srgbClr val="8ECAE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Meseros y cajeros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Interfaz intuitiva, sin curva de aprendizaje, y flujos optimizados para su jornada laboral.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Servicio de Impuestos Internos (SII)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●"/>
            </a:pPr>
            <a:r>
              <a:rPr lang="en" sz="1000"/>
              <a:t>Cumplimiento automático y preciso de la normativa tributaria chilena (IVA 19%, descuentos antes del impuesto).</a:t>
            </a:r>
            <a:endParaRPr sz="1000"/>
          </a:p>
        </p:txBody>
      </p:sp>
      <p:sp>
        <p:nvSpPr>
          <p:cNvPr id="280" name="Google Shape;280;p32"/>
          <p:cNvSpPr txBox="1"/>
          <p:nvPr>
            <p:ph idx="6" type="subTitle"/>
          </p:nvPr>
        </p:nvSpPr>
        <p:spPr>
          <a:xfrm>
            <a:off x="5893900" y="1907375"/>
            <a:ext cx="2763300" cy="1697700"/>
          </a:xfrm>
          <a:prstGeom prst="rect">
            <a:avLst/>
          </a:prstGeom>
          <a:solidFill>
            <a:srgbClr val="8ECAE6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Clientes finales (comensales o compradores)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●"/>
            </a:pPr>
            <a:r>
              <a:rPr lang="en" sz="1000"/>
              <a:t>Experiencia más ágil y precisa en pedidos, sin errores por stock o cálculos incorrectos.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Desarrolladores y consultores locales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Font typeface="Open Sans"/>
              <a:buChar char="●"/>
            </a:pPr>
            <a:r>
              <a:rPr lang="en" sz="1000"/>
              <a:t>Solución replicable, documentada y basada en estándares, ideal para escalar en el ecosistema de comercio local.</a:t>
            </a:r>
            <a:endParaRPr sz="1000"/>
          </a:p>
        </p:txBody>
      </p:sp>
      <p:sp>
        <p:nvSpPr>
          <p:cNvPr id="281" name="Google Shape;281;p32">
            <a:hlinkClick action="ppaction://hlinkshowjump?jump=firstslide"/>
          </p:cNvPr>
          <p:cNvSpPr txBox="1"/>
          <p:nvPr/>
        </p:nvSpPr>
        <p:spPr>
          <a:xfrm>
            <a:off x="775250" y="240200"/>
            <a:ext cx="992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FastPOS</a:t>
            </a:r>
            <a:endParaRPr sz="1200">
              <a:solidFill>
                <a:schemeClr val="accent6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grpSp>
        <p:nvGrpSpPr>
          <p:cNvPr id="282" name="Google Shape;282;p32"/>
          <p:cNvGrpSpPr/>
          <p:nvPr/>
        </p:nvGrpSpPr>
        <p:grpSpPr>
          <a:xfrm>
            <a:off x="338375" y="244050"/>
            <a:ext cx="260031" cy="186099"/>
            <a:chOff x="338375" y="244050"/>
            <a:chExt cx="260031" cy="186099"/>
          </a:xfrm>
        </p:grpSpPr>
        <p:sp>
          <p:nvSpPr>
            <p:cNvPr id="283" name="Google Shape;283;p32"/>
            <p:cNvSpPr/>
            <p:nvPr/>
          </p:nvSpPr>
          <p:spPr>
            <a:xfrm>
              <a:off x="396806" y="244072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284" name="Google Shape;284;p32"/>
            <p:cNvSpPr/>
            <p:nvPr/>
          </p:nvSpPr>
          <p:spPr>
            <a:xfrm>
              <a:off x="396806" y="318950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285" name="Google Shape;285;p32"/>
            <p:cNvSpPr/>
            <p:nvPr/>
          </p:nvSpPr>
          <p:spPr>
            <a:xfrm>
              <a:off x="396806" y="393827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286" name="Google Shape;286;p32"/>
            <p:cNvSpPr/>
            <p:nvPr/>
          </p:nvSpPr>
          <p:spPr>
            <a:xfrm>
              <a:off x="338375" y="2440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287" name="Google Shape;287;p32"/>
            <p:cNvSpPr/>
            <p:nvPr/>
          </p:nvSpPr>
          <p:spPr>
            <a:xfrm>
              <a:off x="338375" y="3189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288" name="Google Shape;288;p32"/>
            <p:cNvSpPr/>
            <p:nvPr/>
          </p:nvSpPr>
          <p:spPr>
            <a:xfrm>
              <a:off x="338375" y="393849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</p:grpSp>
      <p:sp>
        <p:nvSpPr>
          <p:cNvPr id="289" name="Google Shape;289;p32">
            <a:hlinkClick action="ppaction://hlinksldjump" r:id="rId3"/>
          </p:cNvPr>
          <p:cNvSpPr/>
          <p:nvPr/>
        </p:nvSpPr>
        <p:spPr>
          <a:xfrm>
            <a:off x="19508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90" name="Google Shape;290;p32">
            <a:hlinkClick/>
          </p:cNvPr>
          <p:cNvSpPr/>
          <p:nvPr/>
        </p:nvSpPr>
        <p:spPr>
          <a:xfrm>
            <a:off x="3047940" y="221150"/>
            <a:ext cx="992400" cy="231900"/>
          </a:xfrm>
          <a:prstGeom prst="roundRect">
            <a:avLst>
              <a:gd fmla="val 36287" name="adj"/>
            </a:avLst>
          </a:prstGeom>
          <a:solidFill>
            <a:srgbClr val="219E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About us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91" name="Google Shape;291;p32">
            <a:hlinkClick action="ppaction://hlinksldjump" r:id="rId5"/>
          </p:cNvPr>
          <p:cNvSpPr/>
          <p:nvPr/>
        </p:nvSpPr>
        <p:spPr>
          <a:xfrm>
            <a:off x="414508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Services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92" name="Google Shape;292;p32">
            <a:hlinkClick action="ppaction://hlinksldjump" r:id="rId7"/>
          </p:cNvPr>
          <p:cNvSpPr/>
          <p:nvPr/>
        </p:nvSpPr>
        <p:spPr>
          <a:xfrm>
            <a:off x="524222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93" name="Google Shape;293;p32">
            <a:hlinkClick/>
          </p:cNvPr>
          <p:cNvSpPr/>
          <p:nvPr/>
        </p:nvSpPr>
        <p:spPr>
          <a:xfrm>
            <a:off x="633936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Portfolio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94" name="Google Shape;294;p32">
            <a:hlinkClick/>
          </p:cNvPr>
          <p:cNvSpPr/>
          <p:nvPr/>
        </p:nvSpPr>
        <p:spPr>
          <a:xfrm>
            <a:off x="74365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3"/>
          <p:cNvSpPr/>
          <p:nvPr/>
        </p:nvSpPr>
        <p:spPr>
          <a:xfrm>
            <a:off x="150400" y="125450"/>
            <a:ext cx="8823000" cy="423300"/>
          </a:xfrm>
          <a:prstGeom prst="roundRect">
            <a:avLst>
              <a:gd fmla="val 38512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00" name="Google Shape;300;p33"/>
          <p:cNvSpPr/>
          <p:nvPr/>
        </p:nvSpPr>
        <p:spPr>
          <a:xfrm>
            <a:off x="2153531" y="678750"/>
            <a:ext cx="2345400" cy="1827300"/>
          </a:xfrm>
          <a:prstGeom prst="roundRect">
            <a:avLst>
              <a:gd fmla="val 14026" name="adj"/>
            </a:avLst>
          </a:prstGeom>
          <a:solidFill>
            <a:srgbClr val="FFB703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Requerimientos funcionales </a:t>
            </a:r>
            <a:endParaRPr b="1" sz="19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1" name="Google Shape;301;p33"/>
          <p:cNvSpPr/>
          <p:nvPr/>
        </p:nvSpPr>
        <p:spPr>
          <a:xfrm>
            <a:off x="4640019" y="678650"/>
            <a:ext cx="2345400" cy="1827300"/>
          </a:xfrm>
          <a:prstGeom prst="roundRect">
            <a:avLst>
              <a:gd fmla="val 14026" name="adj"/>
            </a:avLst>
          </a:prstGeom>
          <a:solidFill>
            <a:srgbClr val="219EBC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RF01: Registro de ventas con IVA 19% y descuentos antes del IVA (normativa chilena).  </a:t>
            </a:r>
            <a:endParaRPr sz="10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RF02: Gestión de inventario atómico (sin stock negativo).  </a:t>
            </a:r>
            <a:endParaRPr sz="10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RF03: Roles diferenciados (mesero → caja → admin).  </a:t>
            </a:r>
            <a:endParaRPr sz="10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2" name="Google Shape;302;p33"/>
          <p:cNvSpPr/>
          <p:nvPr/>
        </p:nvSpPr>
        <p:spPr>
          <a:xfrm>
            <a:off x="2143431" y="2643625"/>
            <a:ext cx="2345400" cy="1827300"/>
          </a:xfrm>
          <a:prstGeom prst="roundRect">
            <a:avLst>
              <a:gd fmla="val 14026" name="adj"/>
            </a:avLst>
          </a:prstGeom>
          <a:solidFill>
            <a:srgbClr val="219EBC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RNF01: Usabilidad (WCAG 2.1 AA).  </a:t>
            </a:r>
            <a:endParaRPr sz="10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RNF02: Seguridad: autenticación con Firebase Auth + reglas por rol en Firestore.  </a:t>
            </a:r>
            <a:endParaRPr sz="10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RNF03: Rendimiento: carga de catálogo &lt; 2s (validado con Lighthouse).</a:t>
            </a:r>
            <a:endParaRPr sz="10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0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3" name="Google Shape;303;p33"/>
          <p:cNvSpPr/>
          <p:nvPr/>
        </p:nvSpPr>
        <p:spPr>
          <a:xfrm>
            <a:off x="4640019" y="2643525"/>
            <a:ext cx="2345400" cy="1827300"/>
          </a:xfrm>
          <a:prstGeom prst="roundRect">
            <a:avLst>
              <a:gd fmla="val 14026" name="adj"/>
            </a:avLst>
          </a:prstGeom>
          <a:solidFill>
            <a:srgbClr val="FFB703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Requerimientos no funcionales</a:t>
            </a:r>
            <a:endParaRPr sz="19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p33">
            <a:hlinkClick action="ppaction://hlinkshowjump?jump=firstslide"/>
          </p:cNvPr>
          <p:cNvSpPr txBox="1"/>
          <p:nvPr/>
        </p:nvSpPr>
        <p:spPr>
          <a:xfrm>
            <a:off x="775250" y="240200"/>
            <a:ext cx="992400" cy="193800"/>
          </a:xfrm>
          <a:prstGeom prst="rect">
            <a:avLst/>
          </a:prstGeom>
          <a:solidFill>
            <a:srgbClr val="023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FastPOS</a:t>
            </a:r>
            <a:endParaRPr sz="1200">
              <a:solidFill>
                <a:schemeClr val="accent6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grpSp>
        <p:nvGrpSpPr>
          <p:cNvPr id="305" name="Google Shape;305;p33"/>
          <p:cNvGrpSpPr/>
          <p:nvPr/>
        </p:nvGrpSpPr>
        <p:grpSpPr>
          <a:xfrm>
            <a:off x="338375" y="244050"/>
            <a:ext cx="260031" cy="186099"/>
            <a:chOff x="338375" y="244050"/>
            <a:chExt cx="260031" cy="186099"/>
          </a:xfrm>
        </p:grpSpPr>
        <p:sp>
          <p:nvSpPr>
            <p:cNvPr id="306" name="Google Shape;306;p33"/>
            <p:cNvSpPr/>
            <p:nvPr/>
          </p:nvSpPr>
          <p:spPr>
            <a:xfrm>
              <a:off x="396806" y="244072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07" name="Google Shape;307;p33"/>
            <p:cNvSpPr/>
            <p:nvPr/>
          </p:nvSpPr>
          <p:spPr>
            <a:xfrm>
              <a:off x="396806" y="318950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08" name="Google Shape;308;p33"/>
            <p:cNvSpPr/>
            <p:nvPr/>
          </p:nvSpPr>
          <p:spPr>
            <a:xfrm>
              <a:off x="396806" y="393827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09" name="Google Shape;309;p33"/>
            <p:cNvSpPr/>
            <p:nvPr/>
          </p:nvSpPr>
          <p:spPr>
            <a:xfrm>
              <a:off x="338375" y="2440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10" name="Google Shape;310;p33"/>
            <p:cNvSpPr/>
            <p:nvPr/>
          </p:nvSpPr>
          <p:spPr>
            <a:xfrm>
              <a:off x="338375" y="3189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11" name="Google Shape;311;p33"/>
            <p:cNvSpPr/>
            <p:nvPr/>
          </p:nvSpPr>
          <p:spPr>
            <a:xfrm>
              <a:off x="338375" y="393849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</p:grpSp>
      <p:pic>
        <p:nvPicPr>
          <p:cNvPr descr="IPA beer with overflowing foamy head in mug served with bratwursts (proporcionado por Getty Images)" id="312" name="Google Shape;312;p3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297" r="16303" t="0"/>
          <a:stretch/>
        </p:blipFill>
        <p:spPr>
          <a:xfrm>
            <a:off x="160500" y="2665100"/>
            <a:ext cx="1846500" cy="1827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descr="Loaves of bread at market (proporcionado por Getty Images)" id="313" name="Google Shape;313;p33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0" l="16325" r="16325" t="0"/>
          <a:stretch/>
        </p:blipFill>
        <p:spPr>
          <a:xfrm>
            <a:off x="7137000" y="2665100"/>
            <a:ext cx="1846500" cy="1827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descr="pepperoni pizza on wooden serving tray with cutter flat lay composition panorama (proporcionado por Getty Images)" id="314" name="Google Shape;314;p33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0" l="23032" r="23038" t="0"/>
          <a:stretch/>
        </p:blipFill>
        <p:spPr>
          <a:xfrm>
            <a:off x="7137000" y="700225"/>
            <a:ext cx="1846500" cy="1827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pic>
        <p:nvPicPr>
          <p:cNvPr descr="Pasta Penne with Tomato Bolognese Sauce, Parmesan Cheese and Basil. (proporcionado por Getty Images)" id="315" name="Google Shape;315;p33"/>
          <p:cNvPicPr preferRelativeResize="0"/>
          <p:nvPr>
            <p:ph idx="5" type="pic"/>
          </p:nvPr>
        </p:nvPicPr>
        <p:blipFill rotWithShape="1">
          <a:blip r:embed="rId6">
            <a:alphaModFix/>
          </a:blip>
          <a:srcRect b="0" l="17364" r="17357" t="0"/>
          <a:stretch/>
        </p:blipFill>
        <p:spPr>
          <a:xfrm>
            <a:off x="160500" y="700225"/>
            <a:ext cx="1846500" cy="18273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</p:pic>
      <p:sp>
        <p:nvSpPr>
          <p:cNvPr id="316" name="Google Shape;316;p33">
            <a:hlinkClick action="ppaction://hlinksldjump" r:id="rId7"/>
          </p:cNvPr>
          <p:cNvSpPr/>
          <p:nvPr/>
        </p:nvSpPr>
        <p:spPr>
          <a:xfrm>
            <a:off x="1950800" y="221150"/>
            <a:ext cx="992400" cy="231900"/>
          </a:xfrm>
          <a:prstGeom prst="roundRect">
            <a:avLst>
              <a:gd fmla="val 36287" name="adj"/>
            </a:avLst>
          </a:prstGeom>
          <a:solidFill>
            <a:srgbClr val="023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17" name="Google Shape;317;p33">
            <a:hlinkClick/>
          </p:cNvPr>
          <p:cNvSpPr/>
          <p:nvPr/>
        </p:nvSpPr>
        <p:spPr>
          <a:xfrm>
            <a:off x="3047940" y="221150"/>
            <a:ext cx="992400" cy="231900"/>
          </a:xfrm>
          <a:prstGeom prst="roundRect">
            <a:avLst>
              <a:gd fmla="val 36287" name="adj"/>
            </a:avLst>
          </a:prstGeom>
          <a:solidFill>
            <a:srgbClr val="023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About us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18" name="Google Shape;318;p33">
            <a:hlinkClick action="ppaction://hlinksldjump" r:id="rId9"/>
          </p:cNvPr>
          <p:cNvSpPr/>
          <p:nvPr/>
        </p:nvSpPr>
        <p:spPr>
          <a:xfrm>
            <a:off x="4145080" y="221150"/>
            <a:ext cx="992400" cy="231900"/>
          </a:xfrm>
          <a:prstGeom prst="roundRect">
            <a:avLst>
              <a:gd fmla="val 36287" name="adj"/>
            </a:avLst>
          </a:prstGeom>
          <a:solidFill>
            <a:srgbClr val="219E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Services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19" name="Google Shape;319;p33">
            <a:hlinkClick action="ppaction://hlinksldjump" r:id="rId11"/>
          </p:cNvPr>
          <p:cNvSpPr/>
          <p:nvPr/>
        </p:nvSpPr>
        <p:spPr>
          <a:xfrm>
            <a:off x="5242220" y="221150"/>
            <a:ext cx="992400" cy="231900"/>
          </a:xfrm>
          <a:prstGeom prst="roundRect">
            <a:avLst>
              <a:gd fmla="val 36287" name="adj"/>
            </a:avLst>
          </a:prstGeom>
          <a:solidFill>
            <a:srgbClr val="023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20" name="Google Shape;320;p33">
            <a:hlinkClick/>
          </p:cNvPr>
          <p:cNvSpPr/>
          <p:nvPr/>
        </p:nvSpPr>
        <p:spPr>
          <a:xfrm>
            <a:off x="6339360" y="221150"/>
            <a:ext cx="992400" cy="231900"/>
          </a:xfrm>
          <a:prstGeom prst="roundRect">
            <a:avLst>
              <a:gd fmla="val 36287" name="adj"/>
            </a:avLst>
          </a:prstGeom>
          <a:solidFill>
            <a:srgbClr val="023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Portfolio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21" name="Google Shape;321;p33">
            <a:hlinkClick/>
          </p:cNvPr>
          <p:cNvSpPr/>
          <p:nvPr/>
        </p:nvSpPr>
        <p:spPr>
          <a:xfrm>
            <a:off x="7436500" y="221150"/>
            <a:ext cx="992400" cy="231900"/>
          </a:xfrm>
          <a:prstGeom prst="roundRect">
            <a:avLst>
              <a:gd fmla="val 36287" name="adj"/>
            </a:avLst>
          </a:prstGeom>
          <a:solidFill>
            <a:srgbClr val="0230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4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Alcances del proyecto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1" name="Google Shape;331;p35"/>
          <p:cNvGraphicFramePr/>
          <p:nvPr/>
        </p:nvGraphicFramePr>
        <p:xfrm>
          <a:off x="288600" y="10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{FA2127AB-4AA9-439F-B0B7-19A3422BB6C9}</a:tableStyleId>
              </a:tblPr>
              <a:tblGrid>
                <a:gridCol w="4313400"/>
                <a:gridCol w="4313400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 sz="1300">
                          <a:solidFill>
                            <a:srgbClr val="262626"/>
                          </a:solidFill>
                        </a:rPr>
                        <a:t>I</a:t>
                      </a:r>
                      <a:r>
                        <a:rPr b="1" lang="en" sz="1300">
                          <a:solidFill>
                            <a:srgbClr val="262626"/>
                          </a:solidFill>
                        </a:rPr>
                        <a:t>ncluido</a:t>
                      </a:r>
                      <a:endParaRPr b="1" sz="1300">
                        <a:solidFill>
                          <a:srgbClr val="262626"/>
                        </a:solidFill>
                      </a:endParaRPr>
                    </a:p>
                  </a:txBody>
                  <a:tcPr marT="63500" marB="63500" marR="63500" marL="63500" anchor="ctr">
                    <a:lnL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en" sz="1300">
                          <a:solidFill>
                            <a:srgbClr val="262626"/>
                          </a:solidFill>
                        </a:rPr>
                        <a:t>N</a:t>
                      </a:r>
                      <a:r>
                        <a:rPr b="1" lang="en" sz="1300">
                          <a:solidFill>
                            <a:srgbClr val="262626"/>
                          </a:solidFill>
                        </a:rPr>
                        <a:t>o incluido </a:t>
                      </a:r>
                      <a:endParaRPr b="1" sz="1300">
                        <a:solidFill>
                          <a:srgbClr val="262626"/>
                        </a:solidFill>
                      </a:endParaRPr>
                    </a:p>
                  </a:txBody>
                  <a:tcPr marT="63500" marB="63500" marR="63500" marL="63500" anchor="ctr">
                    <a:lnL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/>
                        <a:t>• Autenticación segura con roles (Firebase Auth + custom claims)</a:t>
                      </a:r>
                      <a:endParaRPr sz="1200"/>
                    </a:p>
                  </a:txBody>
                  <a:tcPr marT="63500" marB="63500" marR="63500" marL="63500">
                    <a:lnL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/>
                        <a:t>• Integración con pasarelas de pago (Webpay, Transbank)</a:t>
                      </a:r>
                      <a:endParaRPr sz="1200"/>
                    </a:p>
                  </a:txBody>
                  <a:tcPr marT="63500" marB="63500" marR="63500" marL="63500">
                    <a:lnL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/>
                        <a:t>• Cálculo automático: subtotal descuento IVA 19% total</a:t>
                      </a:r>
                      <a:endParaRPr sz="1200"/>
                    </a:p>
                  </a:txBody>
                  <a:tcPr marT="63500" marB="63500" marR="63500" marL="63500">
                    <a:lnL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/>
                        <a:t>• App móvil nativa (iOS/Android)</a:t>
                      </a:r>
                      <a:endParaRPr sz="1200"/>
                    </a:p>
                  </a:txBody>
                  <a:tcPr marT="63500" marB="63500" marR="63500" marL="63500">
                    <a:lnL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/>
                        <a:t>• Gestión </a:t>
                      </a:r>
                      <a:r>
                        <a:rPr lang="en" sz="1200"/>
                        <a:t>automática</a:t>
                      </a:r>
                      <a:r>
                        <a:rPr lang="en" sz="1200"/>
                        <a:t> de inventario (writeBatch)</a:t>
                      </a:r>
                      <a:endParaRPr sz="1200"/>
                    </a:p>
                  </a:txBody>
                  <a:tcPr marT="63500" marB="63500" marR="63500" marL="63500">
                    <a:lnL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/>
                        <a:t>• Reportes avanzados (gráficos, exportación PDF/Excel)</a:t>
                      </a:r>
                      <a:endParaRPr sz="1200"/>
                    </a:p>
                  </a:txBody>
                  <a:tcPr marT="63500" marB="63500" marR="63500" marL="63500">
                    <a:lnL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/>
                        <a:t>• Toma de pedidos por mesa envío a caja registro</a:t>
                      </a:r>
                      <a:endParaRPr sz="1200"/>
                    </a:p>
                  </a:txBody>
                  <a:tcPr marT="63500" marB="63500" marR="63500" marL="63500">
                    <a:lnL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/>
                        <a:t>• Gestión de proveedores o compras</a:t>
                      </a:r>
                      <a:endParaRPr sz="1200"/>
                    </a:p>
                  </a:txBody>
                  <a:tcPr marT="63500" marB="63500" marR="63500" marL="63500">
                    <a:lnL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/>
                        <a:t>• Reportes básicos (ventas del día, top productos)</a:t>
                      </a:r>
                      <a:endParaRPr sz="1200"/>
                    </a:p>
                  </a:txBody>
                  <a:tcPr marT="63500" marB="63500" marR="63500" marL="63500">
                    <a:lnL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>
                    <a:lnL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/>
                        <a:t>• Aplicación de escritorio (Electron + React) + respaldo en Firestore</a:t>
                      </a:r>
                      <a:endParaRPr sz="1200"/>
                    </a:p>
                  </a:txBody>
                  <a:tcPr marT="63500" marB="63500" marR="63500" marL="63500">
                    <a:lnL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>
                    <a:lnL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200"/>
                        <a:t>• Pruebas funcionalmente validadas (CP01 a CP07)</a:t>
                      </a:r>
                      <a:endParaRPr sz="1200"/>
                    </a:p>
                  </a:txBody>
                  <a:tcPr marT="63500" marB="63500" marR="63500" marL="63500">
                    <a:lnL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63500" marB="63500" marR="63500" marL="63500">
                    <a:lnL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B85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6"/>
          <p:cNvSpPr/>
          <p:nvPr/>
        </p:nvSpPr>
        <p:spPr>
          <a:xfrm>
            <a:off x="4048225" y="1496750"/>
            <a:ext cx="4925100" cy="1418400"/>
          </a:xfrm>
          <a:prstGeom prst="roundRect">
            <a:avLst>
              <a:gd fmla="val 18306" name="adj"/>
            </a:avLst>
          </a:prstGeom>
          <a:solidFill>
            <a:srgbClr val="FB8500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37" name="Google Shape;337;p36"/>
          <p:cNvSpPr/>
          <p:nvPr/>
        </p:nvSpPr>
        <p:spPr>
          <a:xfrm>
            <a:off x="164950" y="3052300"/>
            <a:ext cx="6871200" cy="1418400"/>
          </a:xfrm>
          <a:prstGeom prst="roundRect">
            <a:avLst>
              <a:gd fmla="val 18306" name="adj"/>
            </a:avLst>
          </a:prstGeom>
          <a:solidFill>
            <a:srgbClr val="FB8500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38" name="Google Shape;338;p36"/>
          <p:cNvSpPr/>
          <p:nvPr/>
        </p:nvSpPr>
        <p:spPr>
          <a:xfrm>
            <a:off x="150425" y="678650"/>
            <a:ext cx="8823000" cy="688200"/>
          </a:xfrm>
          <a:prstGeom prst="roundRect">
            <a:avLst>
              <a:gd fmla="val 18306" name="adj"/>
            </a:avLst>
          </a:prstGeom>
          <a:solidFill>
            <a:srgbClr val="023047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6"/>
          <p:cNvSpPr txBox="1"/>
          <p:nvPr>
            <p:ph type="title"/>
          </p:nvPr>
        </p:nvSpPr>
        <p:spPr>
          <a:xfrm>
            <a:off x="1304650" y="688488"/>
            <a:ext cx="7119300" cy="6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Arquitectura y justificación técnica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40" name="Google Shape;340;p36">
            <a:hlinkClick action="ppaction://hlinkshowjump?jump=firstslide"/>
          </p:cNvPr>
          <p:cNvSpPr txBox="1"/>
          <p:nvPr/>
        </p:nvSpPr>
        <p:spPr>
          <a:xfrm>
            <a:off x="775250" y="240200"/>
            <a:ext cx="992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FastPOS</a:t>
            </a:r>
            <a:endParaRPr sz="1200">
              <a:solidFill>
                <a:schemeClr val="accent6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grpSp>
        <p:nvGrpSpPr>
          <p:cNvPr id="341" name="Google Shape;341;p36"/>
          <p:cNvGrpSpPr/>
          <p:nvPr/>
        </p:nvGrpSpPr>
        <p:grpSpPr>
          <a:xfrm>
            <a:off x="338375" y="244050"/>
            <a:ext cx="260031" cy="186099"/>
            <a:chOff x="338375" y="244050"/>
            <a:chExt cx="260031" cy="186099"/>
          </a:xfrm>
        </p:grpSpPr>
        <p:sp>
          <p:nvSpPr>
            <p:cNvPr id="342" name="Google Shape;342;p36"/>
            <p:cNvSpPr/>
            <p:nvPr/>
          </p:nvSpPr>
          <p:spPr>
            <a:xfrm>
              <a:off x="396806" y="244072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6"/>
            <p:cNvSpPr/>
            <p:nvPr/>
          </p:nvSpPr>
          <p:spPr>
            <a:xfrm>
              <a:off x="396806" y="318950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6"/>
            <p:cNvSpPr/>
            <p:nvPr/>
          </p:nvSpPr>
          <p:spPr>
            <a:xfrm>
              <a:off x="396806" y="393827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36"/>
            <p:cNvSpPr/>
            <p:nvPr/>
          </p:nvSpPr>
          <p:spPr>
            <a:xfrm>
              <a:off x="338375" y="2440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36"/>
            <p:cNvSpPr/>
            <p:nvPr/>
          </p:nvSpPr>
          <p:spPr>
            <a:xfrm>
              <a:off x="338375" y="3189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36"/>
            <p:cNvSpPr/>
            <p:nvPr/>
          </p:nvSpPr>
          <p:spPr>
            <a:xfrm>
              <a:off x="338375" y="393849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36"/>
          <p:cNvSpPr/>
          <p:nvPr/>
        </p:nvSpPr>
        <p:spPr>
          <a:xfrm>
            <a:off x="4614450" y="1736100"/>
            <a:ext cx="1050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Frontend: React + Electrón  </a:t>
            </a:r>
            <a:endParaRPr b="1" sz="13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9" name="Google Shape;349;p36"/>
          <p:cNvSpPr/>
          <p:nvPr/>
        </p:nvSpPr>
        <p:spPr>
          <a:xfrm>
            <a:off x="5985463" y="1736100"/>
            <a:ext cx="10506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Backend: Firebase (Auth + Firestore)  </a:t>
            </a:r>
            <a:endParaRPr b="1" sz="13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" name="Google Shape;350;p36"/>
          <p:cNvSpPr/>
          <p:nvPr/>
        </p:nvSpPr>
        <p:spPr>
          <a:xfrm>
            <a:off x="7356513" y="1691875"/>
            <a:ext cx="1050600" cy="97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Seguridad</a:t>
            </a:r>
            <a:endParaRPr b="1" sz="13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1" name="Google Shape;351;p36"/>
          <p:cNvSpPr/>
          <p:nvPr/>
        </p:nvSpPr>
        <p:spPr>
          <a:xfrm>
            <a:off x="383550" y="3142800"/>
            <a:ext cx="1970100" cy="13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Aplicación de escritorio nativa, sin dependencia de navegador, ideal para cajas con baja conectividad.  </a:t>
            </a:r>
            <a:endParaRPr b="1" sz="9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Componentes reutilizables: `CheckoutForm`, `ProductSearch`, `CartProvider`.</a:t>
            </a:r>
            <a:endParaRPr b="1" sz="9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" name="Google Shape;352;p36"/>
          <p:cNvSpPr/>
          <p:nvPr/>
        </p:nvSpPr>
        <p:spPr>
          <a:xfrm>
            <a:off x="2559110" y="3142800"/>
            <a:ext cx="1970100" cy="13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Sin servidor: elimina costos de infraestructura.</a:t>
            </a:r>
            <a:endParaRPr b="1" sz="10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Escalabilidad automática y respaldo en tiempo real.</a:t>
            </a:r>
            <a:endParaRPr b="1" sz="10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Reglas de seguridad por rol: evita accesos no autorizados.</a:t>
            </a:r>
            <a:endParaRPr b="1" sz="10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3" name="Google Shape;353;p36"/>
          <p:cNvSpPr/>
          <p:nvPr/>
        </p:nvSpPr>
        <p:spPr>
          <a:xfrm>
            <a:off x="4734646" y="3142800"/>
            <a:ext cx="1970100" cy="13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Firebase Auth con custom claims para roles.  </a:t>
            </a:r>
            <a:endParaRPr b="1" sz="8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Validación en servidor: ningún dato sensible manipulable desde el frontend.  </a:t>
            </a:r>
            <a:endParaRPr b="1" sz="8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54" name="Google Shape;354;p3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2586" l="0" r="0" t="9991"/>
          <a:stretch/>
        </p:blipFill>
        <p:spPr>
          <a:xfrm>
            <a:off x="164950" y="1496850"/>
            <a:ext cx="3711600" cy="1418400"/>
          </a:xfrm>
          <a:prstGeom prst="roundRect">
            <a:avLst>
              <a:gd fmla="val 16667" name="adj"/>
            </a:avLst>
          </a:prstGeom>
        </p:spPr>
      </p:pic>
      <p:pic>
        <p:nvPicPr>
          <p:cNvPr id="355" name="Google Shape;355;p36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2786" l="0" r="0" t="12786"/>
          <a:stretch/>
        </p:blipFill>
        <p:spPr>
          <a:xfrm>
            <a:off x="7211550" y="3052300"/>
            <a:ext cx="1761900" cy="1418400"/>
          </a:xfrm>
          <a:prstGeom prst="roundRect">
            <a:avLst>
              <a:gd fmla="val 16667" name="adj"/>
            </a:avLst>
          </a:prstGeom>
        </p:spPr>
      </p:pic>
      <p:sp>
        <p:nvSpPr>
          <p:cNvPr id="356" name="Google Shape;356;p36">
            <a:hlinkClick action="ppaction://hlinksldjump" r:id="rId5"/>
          </p:cNvPr>
          <p:cNvSpPr/>
          <p:nvPr/>
        </p:nvSpPr>
        <p:spPr>
          <a:xfrm>
            <a:off x="19508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57" name="Google Shape;357;p36">
            <a:hlinkClick/>
          </p:cNvPr>
          <p:cNvSpPr/>
          <p:nvPr/>
        </p:nvSpPr>
        <p:spPr>
          <a:xfrm>
            <a:off x="304794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About us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58" name="Google Shape;358;p36">
            <a:hlinkClick action="ppaction://hlinksldjump" r:id="rId7"/>
          </p:cNvPr>
          <p:cNvSpPr/>
          <p:nvPr/>
        </p:nvSpPr>
        <p:spPr>
          <a:xfrm>
            <a:off x="414508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Services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59" name="Google Shape;359;p36">
            <a:hlinkClick action="ppaction://hlinksldjump" r:id="rId9"/>
          </p:cNvPr>
          <p:cNvSpPr/>
          <p:nvPr/>
        </p:nvSpPr>
        <p:spPr>
          <a:xfrm>
            <a:off x="5242220" y="221150"/>
            <a:ext cx="992400" cy="231900"/>
          </a:xfrm>
          <a:prstGeom prst="roundRect">
            <a:avLst>
              <a:gd fmla="val 36287" name="adj"/>
            </a:avLst>
          </a:prstGeom>
          <a:solidFill>
            <a:srgbClr val="219E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60" name="Google Shape;360;p36">
            <a:hlinkClick/>
          </p:cNvPr>
          <p:cNvSpPr/>
          <p:nvPr/>
        </p:nvSpPr>
        <p:spPr>
          <a:xfrm>
            <a:off x="633936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Portfolio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61" name="Google Shape;361;p36">
            <a:hlinkClick/>
          </p:cNvPr>
          <p:cNvSpPr/>
          <p:nvPr/>
        </p:nvSpPr>
        <p:spPr>
          <a:xfrm>
            <a:off x="74365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62" name="Google Shape;362;p36"/>
          <p:cNvSpPr txBox="1"/>
          <p:nvPr/>
        </p:nvSpPr>
        <p:spPr>
          <a:xfrm>
            <a:off x="321900" y="4672150"/>
            <a:ext cx="850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accent6"/>
                </a:solidFill>
                <a:latin typeface="Roboto"/>
                <a:ea typeface="Roboto"/>
                <a:cs typeface="Roboto"/>
                <a:sym typeface="Roboto"/>
              </a:rPr>
              <a:t>Robustez: pruebas de XSS con OWASP ZAP 0 vulnerabilidades detectadas.</a:t>
            </a:r>
            <a:endParaRPr b="1" sz="1000">
              <a:solidFill>
                <a:schemeClr val="accent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/>
          <p:nvPr/>
        </p:nvSpPr>
        <p:spPr>
          <a:xfrm>
            <a:off x="199775" y="688835"/>
            <a:ext cx="8773500" cy="908400"/>
          </a:xfrm>
          <a:prstGeom prst="roundRect">
            <a:avLst>
              <a:gd fmla="val 24046" name="adj"/>
            </a:avLst>
          </a:prstGeom>
          <a:solidFill>
            <a:srgbClr val="219EBC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7"/>
          <p:cNvSpPr txBox="1"/>
          <p:nvPr>
            <p:ph type="title"/>
          </p:nvPr>
        </p:nvSpPr>
        <p:spPr>
          <a:xfrm>
            <a:off x="1009800" y="736235"/>
            <a:ext cx="7124400" cy="81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</a:rPr>
              <a:t>Metodología ágil y gestión del proyecto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369" name="Google Shape;369;p37">
            <a:hlinkClick action="ppaction://hlinkshowjump?jump=firstslide"/>
          </p:cNvPr>
          <p:cNvSpPr txBox="1"/>
          <p:nvPr/>
        </p:nvSpPr>
        <p:spPr>
          <a:xfrm>
            <a:off x="775250" y="240200"/>
            <a:ext cx="992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FastPOS</a:t>
            </a:r>
            <a:endParaRPr sz="1200">
              <a:solidFill>
                <a:schemeClr val="accent6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grpSp>
        <p:nvGrpSpPr>
          <p:cNvPr id="370" name="Google Shape;370;p37"/>
          <p:cNvGrpSpPr/>
          <p:nvPr/>
        </p:nvGrpSpPr>
        <p:grpSpPr>
          <a:xfrm>
            <a:off x="338375" y="244050"/>
            <a:ext cx="260031" cy="186099"/>
            <a:chOff x="338375" y="244050"/>
            <a:chExt cx="260031" cy="186099"/>
          </a:xfrm>
        </p:grpSpPr>
        <p:sp>
          <p:nvSpPr>
            <p:cNvPr id="371" name="Google Shape;371;p37"/>
            <p:cNvSpPr/>
            <p:nvPr/>
          </p:nvSpPr>
          <p:spPr>
            <a:xfrm>
              <a:off x="396806" y="244072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72" name="Google Shape;372;p37"/>
            <p:cNvSpPr/>
            <p:nvPr/>
          </p:nvSpPr>
          <p:spPr>
            <a:xfrm>
              <a:off x="396806" y="318950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73" name="Google Shape;373;p37"/>
            <p:cNvSpPr/>
            <p:nvPr/>
          </p:nvSpPr>
          <p:spPr>
            <a:xfrm>
              <a:off x="396806" y="393827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74" name="Google Shape;374;p37"/>
            <p:cNvSpPr/>
            <p:nvPr/>
          </p:nvSpPr>
          <p:spPr>
            <a:xfrm>
              <a:off x="338375" y="2440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75" name="Google Shape;375;p37"/>
            <p:cNvSpPr/>
            <p:nvPr/>
          </p:nvSpPr>
          <p:spPr>
            <a:xfrm>
              <a:off x="338375" y="3189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76" name="Google Shape;376;p37"/>
            <p:cNvSpPr/>
            <p:nvPr/>
          </p:nvSpPr>
          <p:spPr>
            <a:xfrm>
              <a:off x="338375" y="393849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</p:grpSp>
      <p:sp>
        <p:nvSpPr>
          <p:cNvPr id="377" name="Google Shape;377;p37"/>
          <p:cNvSpPr/>
          <p:nvPr/>
        </p:nvSpPr>
        <p:spPr>
          <a:xfrm>
            <a:off x="199775" y="1768135"/>
            <a:ext cx="5076300" cy="2723100"/>
          </a:xfrm>
          <a:prstGeom prst="roundRect">
            <a:avLst>
              <a:gd fmla="val 12119" name="adj"/>
            </a:avLst>
          </a:prstGeom>
          <a:solidFill>
            <a:srgbClr val="FFB703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7"/>
          <p:cNvSpPr txBox="1"/>
          <p:nvPr>
            <p:ph idx="1" type="subTitle"/>
          </p:nvPr>
        </p:nvSpPr>
        <p:spPr>
          <a:xfrm>
            <a:off x="533400" y="1929841"/>
            <a:ext cx="4495800" cy="237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●"/>
            </a:pPr>
            <a:r>
              <a:rPr lang="en" sz="1300">
                <a:solidFill>
                  <a:schemeClr val="accent6"/>
                </a:solidFill>
              </a:rPr>
              <a:t>Framework: Scrum con sprints semanales.  </a:t>
            </a:r>
            <a:endParaRPr sz="1300">
              <a:solidFill>
                <a:schemeClr val="accent6"/>
              </a:solidFill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●"/>
            </a:pPr>
            <a:r>
              <a:rPr lang="en" sz="1300">
                <a:solidFill>
                  <a:schemeClr val="accent6"/>
                </a:solidFill>
              </a:rPr>
              <a:t>Backlog visual: Trello (To Do / In Progress / Done).  </a:t>
            </a:r>
            <a:endParaRPr sz="1300">
              <a:solidFill>
                <a:schemeClr val="accent6"/>
              </a:solidFill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●"/>
            </a:pPr>
            <a:r>
              <a:rPr lang="en" sz="1300">
                <a:solidFill>
                  <a:schemeClr val="accent6"/>
                </a:solidFill>
              </a:rPr>
              <a:t>KPIs de equipo:  </a:t>
            </a:r>
            <a:endParaRPr sz="1300">
              <a:solidFill>
                <a:schemeClr val="accent6"/>
              </a:solidFill>
            </a:endParaRPr>
          </a:p>
          <a:p>
            <a:pPr indent="-298450" lvl="1" marL="91440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○"/>
            </a:pPr>
            <a:r>
              <a:rPr lang="en" sz="1300">
                <a:solidFill>
                  <a:schemeClr val="accent6"/>
                </a:solidFill>
              </a:rPr>
              <a:t>Velocidad promedio: 18 pts/sprint  </a:t>
            </a:r>
            <a:endParaRPr sz="1300">
              <a:solidFill>
                <a:schemeClr val="accent6"/>
              </a:solidFill>
            </a:endParaRPr>
          </a:p>
          <a:p>
            <a:pPr indent="-298450" lvl="1" marL="91440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100"/>
              <a:buChar char="○"/>
            </a:pPr>
            <a:r>
              <a:rPr lang="en" sz="1300">
                <a:solidFill>
                  <a:schemeClr val="accent6"/>
                </a:solidFill>
              </a:rPr>
              <a:t>Cycle Time: 2.3 días/ítem</a:t>
            </a:r>
            <a:endParaRPr sz="1300">
              <a:solidFill>
                <a:schemeClr val="accent6"/>
              </a:solidFill>
            </a:endParaRPr>
          </a:p>
          <a:p>
            <a:pPr indent="-29845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100"/>
              <a:buChar char="○"/>
            </a:pPr>
            <a:r>
              <a:rPr lang="en" sz="1300">
                <a:solidFill>
                  <a:schemeClr val="accent6"/>
                </a:solidFill>
              </a:rPr>
              <a:t>Throughput: 7 ítems entregados/sprint</a:t>
            </a:r>
            <a:endParaRPr sz="1300">
              <a:solidFill>
                <a:schemeClr val="accent6"/>
              </a:solidFill>
            </a:endParaRPr>
          </a:p>
        </p:txBody>
      </p:sp>
      <p:pic>
        <p:nvPicPr>
          <p:cNvPr id="379" name="Google Shape;379;p3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6536" r="6536" t="0"/>
          <a:stretch/>
        </p:blipFill>
        <p:spPr>
          <a:xfrm>
            <a:off x="5416650" y="1757950"/>
            <a:ext cx="3556800" cy="2723100"/>
          </a:xfrm>
          <a:prstGeom prst="roundRect">
            <a:avLst>
              <a:gd fmla="val 11329" name="adj"/>
            </a:avLst>
          </a:prstGeom>
        </p:spPr>
      </p:pic>
      <p:sp>
        <p:nvSpPr>
          <p:cNvPr id="380" name="Google Shape;380;p37">
            <a:hlinkClick action="ppaction://hlinksldjump" r:id="rId4"/>
          </p:cNvPr>
          <p:cNvSpPr/>
          <p:nvPr/>
        </p:nvSpPr>
        <p:spPr>
          <a:xfrm>
            <a:off x="19508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81" name="Google Shape;381;p37">
            <a:hlinkClick action="ppaction://hlinksldjump" r:id="rId6"/>
          </p:cNvPr>
          <p:cNvSpPr/>
          <p:nvPr/>
        </p:nvSpPr>
        <p:spPr>
          <a:xfrm>
            <a:off x="3047940" y="221150"/>
            <a:ext cx="992400" cy="231900"/>
          </a:xfrm>
          <a:prstGeom prst="roundRect">
            <a:avLst>
              <a:gd fmla="val 36287" name="adj"/>
            </a:avLst>
          </a:prstGeom>
          <a:solidFill>
            <a:srgbClr val="219E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About us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82" name="Google Shape;382;p37">
            <a:hlinkClick action="ppaction://hlinksldjump" r:id="rId8"/>
          </p:cNvPr>
          <p:cNvSpPr/>
          <p:nvPr/>
        </p:nvSpPr>
        <p:spPr>
          <a:xfrm>
            <a:off x="414508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Services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83" name="Google Shape;383;p37">
            <a:hlinkClick action="ppaction://hlinksldjump" r:id="rId10"/>
          </p:cNvPr>
          <p:cNvSpPr/>
          <p:nvPr/>
        </p:nvSpPr>
        <p:spPr>
          <a:xfrm>
            <a:off x="524222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84" name="Google Shape;384;p37">
            <a:hlinkClick/>
          </p:cNvPr>
          <p:cNvSpPr/>
          <p:nvPr/>
        </p:nvSpPr>
        <p:spPr>
          <a:xfrm>
            <a:off x="633936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Portfolio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85" name="Google Shape;385;p37">
            <a:hlinkClick/>
          </p:cNvPr>
          <p:cNvSpPr/>
          <p:nvPr/>
        </p:nvSpPr>
        <p:spPr>
          <a:xfrm>
            <a:off x="74365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8">
            <a:hlinkClick action="ppaction://hlinkshowjump?jump=firstslide"/>
          </p:cNvPr>
          <p:cNvSpPr txBox="1"/>
          <p:nvPr/>
        </p:nvSpPr>
        <p:spPr>
          <a:xfrm>
            <a:off x="775250" y="240200"/>
            <a:ext cx="992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FastPOS</a:t>
            </a:r>
            <a:endParaRPr sz="1200">
              <a:solidFill>
                <a:schemeClr val="accent6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grpSp>
        <p:nvGrpSpPr>
          <p:cNvPr id="391" name="Google Shape;391;p38"/>
          <p:cNvGrpSpPr/>
          <p:nvPr/>
        </p:nvGrpSpPr>
        <p:grpSpPr>
          <a:xfrm>
            <a:off x="338375" y="244050"/>
            <a:ext cx="260031" cy="186099"/>
            <a:chOff x="338375" y="244050"/>
            <a:chExt cx="260031" cy="186099"/>
          </a:xfrm>
        </p:grpSpPr>
        <p:sp>
          <p:nvSpPr>
            <p:cNvPr id="392" name="Google Shape;392;p38"/>
            <p:cNvSpPr/>
            <p:nvPr/>
          </p:nvSpPr>
          <p:spPr>
            <a:xfrm>
              <a:off x="396806" y="244072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93" name="Google Shape;393;p38"/>
            <p:cNvSpPr/>
            <p:nvPr/>
          </p:nvSpPr>
          <p:spPr>
            <a:xfrm>
              <a:off x="396806" y="318950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94" name="Google Shape;394;p38"/>
            <p:cNvSpPr/>
            <p:nvPr/>
          </p:nvSpPr>
          <p:spPr>
            <a:xfrm>
              <a:off x="396806" y="393827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95" name="Google Shape;395;p38"/>
            <p:cNvSpPr/>
            <p:nvPr/>
          </p:nvSpPr>
          <p:spPr>
            <a:xfrm>
              <a:off x="338375" y="2440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96" name="Google Shape;396;p38"/>
            <p:cNvSpPr/>
            <p:nvPr/>
          </p:nvSpPr>
          <p:spPr>
            <a:xfrm>
              <a:off x="338375" y="3189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397" name="Google Shape;397;p38"/>
            <p:cNvSpPr/>
            <p:nvPr/>
          </p:nvSpPr>
          <p:spPr>
            <a:xfrm>
              <a:off x="338375" y="393849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</p:grpSp>
      <p:sp>
        <p:nvSpPr>
          <p:cNvPr id="398" name="Google Shape;398;p38">
            <a:hlinkClick action="ppaction://hlinksldjump" r:id="rId3"/>
          </p:cNvPr>
          <p:cNvSpPr/>
          <p:nvPr/>
        </p:nvSpPr>
        <p:spPr>
          <a:xfrm>
            <a:off x="19508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399" name="Google Shape;399;p38">
            <a:hlinkClick action="ppaction://hlinksldjump" r:id="rId5"/>
          </p:cNvPr>
          <p:cNvSpPr/>
          <p:nvPr/>
        </p:nvSpPr>
        <p:spPr>
          <a:xfrm>
            <a:off x="3047940" y="221150"/>
            <a:ext cx="992400" cy="231900"/>
          </a:xfrm>
          <a:prstGeom prst="roundRect">
            <a:avLst>
              <a:gd fmla="val 36287" name="adj"/>
            </a:avLst>
          </a:prstGeom>
          <a:solidFill>
            <a:srgbClr val="219E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About us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00" name="Google Shape;400;p38">
            <a:hlinkClick action="ppaction://hlinksldjump" r:id="rId7"/>
          </p:cNvPr>
          <p:cNvSpPr/>
          <p:nvPr/>
        </p:nvSpPr>
        <p:spPr>
          <a:xfrm>
            <a:off x="414508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Services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01" name="Google Shape;401;p38">
            <a:hlinkClick action="ppaction://hlinksldjump" r:id="rId9"/>
          </p:cNvPr>
          <p:cNvSpPr/>
          <p:nvPr/>
        </p:nvSpPr>
        <p:spPr>
          <a:xfrm>
            <a:off x="524222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02" name="Google Shape;402;p38">
            <a:hlinkClick/>
          </p:cNvPr>
          <p:cNvSpPr/>
          <p:nvPr/>
        </p:nvSpPr>
        <p:spPr>
          <a:xfrm>
            <a:off x="633936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Portfolio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03" name="Google Shape;403;p38">
            <a:hlinkClick/>
          </p:cNvPr>
          <p:cNvSpPr/>
          <p:nvPr/>
        </p:nvSpPr>
        <p:spPr>
          <a:xfrm>
            <a:off x="74365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</a:t>
            </a:r>
            <a:endParaRPr>
              <a:solidFill>
                <a:schemeClr val="accent6"/>
              </a:solidFill>
            </a:endParaRPr>
          </a:p>
        </p:txBody>
      </p:sp>
      <p:graphicFrame>
        <p:nvGraphicFramePr>
          <p:cNvPr id="404" name="Google Shape;404;p38"/>
          <p:cNvGraphicFramePr/>
          <p:nvPr/>
        </p:nvGraphicFramePr>
        <p:xfrm>
          <a:off x="1706400" y="885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{FA2127AB-4AA9-439F-B0B7-19A3422BB6C9}</a:tableStyleId>
              </a:tblPr>
              <a:tblGrid>
                <a:gridCol w="1910400"/>
                <a:gridCol w="1910400"/>
                <a:gridCol w="1910400"/>
              </a:tblGrid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Sprint</a:t>
                      </a:r>
                      <a:endParaRPr b="1" sz="1100"/>
                    </a:p>
                  </a:txBody>
                  <a:tcPr marT="114300" marB="114300" marR="114300" marL="114300" anchor="ctr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Tema principal</a:t>
                      </a:r>
                      <a:endParaRPr b="1" sz="1100"/>
                    </a:p>
                  </a:txBody>
                  <a:tcPr marT="114300" marB="114300" marR="114300" marL="114300" anchor="ctr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Items encargados</a:t>
                      </a:r>
                      <a:endParaRPr b="1" sz="1100"/>
                    </a:p>
                  </a:txBody>
                  <a:tcPr marT="114300" marB="114300" marR="114300" marL="114300" anchor="ctr">
                    <a:solidFill>
                      <a:srgbClr val="999999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Sprint 1</a:t>
                      </a:r>
                      <a:endParaRPr sz="1100"/>
                    </a:p>
                  </a:txBody>
                  <a:tcPr marT="114300" marB="114300" marR="114300" marL="1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Migración técnica</a:t>
                      </a:r>
                      <a:endParaRPr sz="1100"/>
                    </a:p>
                  </a:txBody>
                  <a:tcPr marT="114300" marB="114300" marR="114300" marL="1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BP-03</a:t>
                      </a:r>
                      <a:endParaRPr sz="1100"/>
                    </a:p>
                  </a:txBody>
                  <a:tcPr marT="114300" marB="114300" marR="114300" marL="1143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Sprint 2</a:t>
                      </a:r>
                      <a:endParaRPr sz="1100"/>
                    </a:p>
                  </a:txBody>
                  <a:tcPr marT="114300" marB="114300" marR="114300" marL="1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Autenticación y seguridad</a:t>
                      </a:r>
                      <a:endParaRPr sz="1100"/>
                    </a:p>
                  </a:txBody>
                  <a:tcPr marT="114300" marB="114300" marR="114300" marL="1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BP-01, BP-02</a:t>
                      </a:r>
                      <a:endParaRPr sz="1100"/>
                    </a:p>
                  </a:txBody>
                  <a:tcPr marT="114300" marB="114300" marR="114300" marL="1143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Sprint 3</a:t>
                      </a:r>
                      <a:endParaRPr sz="1100"/>
                    </a:p>
                  </a:txBody>
                  <a:tcPr marT="114300" marB="114300" marR="114300" marL="1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Caja y conexión a datos</a:t>
                      </a:r>
                      <a:endParaRPr sz="1100"/>
                    </a:p>
                  </a:txBody>
                  <a:tcPr marT="114300" marB="114300" marR="114300" marL="1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BP-04, BP-05</a:t>
                      </a:r>
                      <a:endParaRPr sz="1100"/>
                    </a:p>
                  </a:txBody>
                  <a:tcPr marT="114300" marB="114300" marR="114300" marL="1143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Sprint 4</a:t>
                      </a:r>
                      <a:endParaRPr sz="1100"/>
                    </a:p>
                  </a:txBody>
                  <a:tcPr marT="114300" marB="114300" marR="114300" marL="1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Inventario atómico</a:t>
                      </a:r>
                      <a:endParaRPr sz="1100"/>
                    </a:p>
                  </a:txBody>
                  <a:tcPr marT="114300" marB="114300" marR="114300" marL="1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BP-06, BP-07</a:t>
                      </a:r>
                      <a:endParaRPr sz="1100"/>
                    </a:p>
                  </a:txBody>
                  <a:tcPr marT="114300" marB="114300" marR="114300" marL="1143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Sprint 5</a:t>
                      </a:r>
                      <a:endParaRPr sz="1100"/>
                    </a:p>
                  </a:txBody>
                  <a:tcPr marT="114300" marB="114300" marR="114300" marL="1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Estabilidad y pruebas</a:t>
                      </a:r>
                      <a:endParaRPr sz="1100"/>
                    </a:p>
                  </a:txBody>
                  <a:tcPr marT="114300" marB="114300" marR="114300" marL="1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BP-09, (BP-10 postergado)</a:t>
                      </a:r>
                      <a:endParaRPr sz="1100"/>
                    </a:p>
                  </a:txBody>
                  <a:tcPr marT="114300" marB="114300" marR="114300" marL="1143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Sprint 6</a:t>
                      </a:r>
                      <a:endParaRPr sz="1100"/>
                    </a:p>
                  </a:txBody>
                  <a:tcPr marT="114300" marB="114300" marR="114300" marL="1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Flujo completo + seguridad</a:t>
                      </a:r>
                      <a:endParaRPr sz="1100"/>
                    </a:p>
                  </a:txBody>
                  <a:tcPr marT="114300" marB="114300" marR="114300" marL="1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BP-08, BP-11</a:t>
                      </a:r>
                      <a:endParaRPr sz="1100"/>
                    </a:p>
                  </a:txBody>
                  <a:tcPr marT="114300" marB="114300" marR="114300" marL="114300" anchor="ctr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Sprint 7</a:t>
                      </a:r>
                      <a:endParaRPr sz="1100"/>
                    </a:p>
                  </a:txBody>
                  <a:tcPr marT="114300" marB="114300" marR="114300" marL="1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Documentación y entrega</a:t>
                      </a:r>
                      <a:endParaRPr sz="1100"/>
                    </a:p>
                  </a:txBody>
                  <a:tcPr marT="114300" marB="114300" marR="114300" marL="1143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BP-12, BP-14</a:t>
                      </a:r>
                      <a:endParaRPr sz="1100"/>
                    </a:p>
                  </a:txBody>
                  <a:tcPr marT="114300" marB="114300" marR="114300" marL="1143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39"/>
          <p:cNvGrpSpPr/>
          <p:nvPr/>
        </p:nvGrpSpPr>
        <p:grpSpPr>
          <a:xfrm>
            <a:off x="338375" y="244050"/>
            <a:ext cx="260031" cy="186099"/>
            <a:chOff x="338375" y="244050"/>
            <a:chExt cx="260031" cy="186099"/>
          </a:xfrm>
        </p:grpSpPr>
        <p:sp>
          <p:nvSpPr>
            <p:cNvPr id="410" name="Google Shape;410;p39"/>
            <p:cNvSpPr/>
            <p:nvPr/>
          </p:nvSpPr>
          <p:spPr>
            <a:xfrm>
              <a:off x="396806" y="244072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11" name="Google Shape;411;p39"/>
            <p:cNvSpPr/>
            <p:nvPr/>
          </p:nvSpPr>
          <p:spPr>
            <a:xfrm>
              <a:off x="396806" y="318950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12" name="Google Shape;412;p39"/>
            <p:cNvSpPr/>
            <p:nvPr/>
          </p:nvSpPr>
          <p:spPr>
            <a:xfrm>
              <a:off x="396806" y="393827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13" name="Google Shape;413;p39"/>
            <p:cNvSpPr/>
            <p:nvPr/>
          </p:nvSpPr>
          <p:spPr>
            <a:xfrm>
              <a:off x="338375" y="2440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14" name="Google Shape;414;p39"/>
            <p:cNvSpPr/>
            <p:nvPr/>
          </p:nvSpPr>
          <p:spPr>
            <a:xfrm>
              <a:off x="338375" y="3189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15" name="Google Shape;415;p39"/>
            <p:cNvSpPr/>
            <p:nvPr/>
          </p:nvSpPr>
          <p:spPr>
            <a:xfrm>
              <a:off x="338375" y="393849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</p:grpSp>
      <p:sp>
        <p:nvSpPr>
          <p:cNvPr id="416" name="Google Shape;416;p39">
            <a:hlinkClick action="ppaction://hlinksldjump" r:id="rId3"/>
          </p:cNvPr>
          <p:cNvSpPr/>
          <p:nvPr/>
        </p:nvSpPr>
        <p:spPr>
          <a:xfrm>
            <a:off x="19508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17" name="Google Shape;417;p39">
            <a:hlinkClick action="ppaction://hlinksldjump" r:id="rId5"/>
          </p:cNvPr>
          <p:cNvSpPr/>
          <p:nvPr/>
        </p:nvSpPr>
        <p:spPr>
          <a:xfrm>
            <a:off x="3047940" y="221150"/>
            <a:ext cx="992400" cy="231900"/>
          </a:xfrm>
          <a:prstGeom prst="roundRect">
            <a:avLst>
              <a:gd fmla="val 36287" name="adj"/>
            </a:avLst>
          </a:prstGeom>
          <a:solidFill>
            <a:srgbClr val="219E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About us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18" name="Google Shape;418;p39">
            <a:hlinkClick action="ppaction://hlinksldjump" r:id="rId7"/>
          </p:cNvPr>
          <p:cNvSpPr/>
          <p:nvPr/>
        </p:nvSpPr>
        <p:spPr>
          <a:xfrm>
            <a:off x="414508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Services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19" name="Google Shape;419;p39">
            <a:hlinkClick action="ppaction://hlinksldjump" r:id="rId9"/>
          </p:cNvPr>
          <p:cNvSpPr/>
          <p:nvPr/>
        </p:nvSpPr>
        <p:spPr>
          <a:xfrm>
            <a:off x="524222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20" name="Google Shape;420;p39">
            <a:hlinkClick/>
          </p:cNvPr>
          <p:cNvSpPr/>
          <p:nvPr/>
        </p:nvSpPr>
        <p:spPr>
          <a:xfrm>
            <a:off x="633936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Portfolio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21" name="Google Shape;421;p39">
            <a:hlinkClick/>
          </p:cNvPr>
          <p:cNvSpPr/>
          <p:nvPr/>
        </p:nvSpPr>
        <p:spPr>
          <a:xfrm>
            <a:off x="74365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422" name="Google Shape;422;p39" title="Gráfico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711050" y="805125"/>
            <a:ext cx="5721876" cy="3533249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9"/>
          <p:cNvSpPr txBox="1"/>
          <p:nvPr/>
        </p:nvSpPr>
        <p:spPr>
          <a:xfrm>
            <a:off x="753725" y="1524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FastPOS</a:t>
            </a:r>
            <a:endParaRPr sz="1200">
              <a:solidFill>
                <a:schemeClr val="accen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0"/>
          <p:cNvSpPr/>
          <p:nvPr/>
        </p:nvSpPr>
        <p:spPr>
          <a:xfrm>
            <a:off x="199775" y="678650"/>
            <a:ext cx="8773500" cy="908400"/>
          </a:xfrm>
          <a:prstGeom prst="roundRect">
            <a:avLst>
              <a:gd fmla="val 24046" name="adj"/>
            </a:avLst>
          </a:prstGeom>
          <a:solidFill>
            <a:srgbClr val="219EBC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1009800" y="726050"/>
            <a:ext cx="7124400" cy="81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</a:rPr>
              <a:t>Metodología ágil y gestión del proyecto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430" name="Google Shape;430;p40">
            <a:hlinkClick action="ppaction://hlinkshowjump?jump=firstslide"/>
          </p:cNvPr>
          <p:cNvSpPr txBox="1"/>
          <p:nvPr/>
        </p:nvSpPr>
        <p:spPr>
          <a:xfrm>
            <a:off x="775250" y="240200"/>
            <a:ext cx="992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FastPOS</a:t>
            </a:r>
            <a:endParaRPr sz="1200">
              <a:solidFill>
                <a:schemeClr val="accent6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grpSp>
        <p:nvGrpSpPr>
          <p:cNvPr id="431" name="Google Shape;431;p40"/>
          <p:cNvGrpSpPr/>
          <p:nvPr/>
        </p:nvGrpSpPr>
        <p:grpSpPr>
          <a:xfrm>
            <a:off x="338375" y="244050"/>
            <a:ext cx="260031" cy="186099"/>
            <a:chOff x="338375" y="244050"/>
            <a:chExt cx="260031" cy="186099"/>
          </a:xfrm>
        </p:grpSpPr>
        <p:sp>
          <p:nvSpPr>
            <p:cNvPr id="432" name="Google Shape;432;p40"/>
            <p:cNvSpPr/>
            <p:nvPr/>
          </p:nvSpPr>
          <p:spPr>
            <a:xfrm>
              <a:off x="396806" y="244072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33" name="Google Shape;433;p40"/>
            <p:cNvSpPr/>
            <p:nvPr/>
          </p:nvSpPr>
          <p:spPr>
            <a:xfrm>
              <a:off x="396806" y="318950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34" name="Google Shape;434;p40"/>
            <p:cNvSpPr/>
            <p:nvPr/>
          </p:nvSpPr>
          <p:spPr>
            <a:xfrm>
              <a:off x="396806" y="393827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35" name="Google Shape;435;p40"/>
            <p:cNvSpPr/>
            <p:nvPr/>
          </p:nvSpPr>
          <p:spPr>
            <a:xfrm>
              <a:off x="338375" y="2440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36" name="Google Shape;436;p40"/>
            <p:cNvSpPr/>
            <p:nvPr/>
          </p:nvSpPr>
          <p:spPr>
            <a:xfrm>
              <a:off x="338375" y="3189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37" name="Google Shape;437;p40"/>
            <p:cNvSpPr/>
            <p:nvPr/>
          </p:nvSpPr>
          <p:spPr>
            <a:xfrm>
              <a:off x="338375" y="393849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</p:grpSp>
      <p:sp>
        <p:nvSpPr>
          <p:cNvPr id="438" name="Google Shape;438;p40"/>
          <p:cNvSpPr/>
          <p:nvPr/>
        </p:nvSpPr>
        <p:spPr>
          <a:xfrm>
            <a:off x="199775" y="1757950"/>
            <a:ext cx="5076300" cy="2723100"/>
          </a:xfrm>
          <a:prstGeom prst="roundRect">
            <a:avLst>
              <a:gd fmla="val 12119" name="adj"/>
            </a:avLst>
          </a:prstGeom>
          <a:solidFill>
            <a:srgbClr val="FFB703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40"/>
          <p:cNvSpPr txBox="1"/>
          <p:nvPr>
            <p:ph idx="1" type="subTitle"/>
          </p:nvPr>
        </p:nvSpPr>
        <p:spPr>
          <a:xfrm>
            <a:off x="533400" y="2042200"/>
            <a:ext cx="4419600" cy="215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●"/>
            </a:pPr>
            <a:r>
              <a:rPr lang="en" sz="1400">
                <a:solidFill>
                  <a:schemeClr val="accent6"/>
                </a:solidFill>
              </a:rPr>
              <a:t>Trello: Tablero Scrum con columnas y etiquetas por tipo de ítem.  </a:t>
            </a:r>
            <a:endParaRPr sz="1400"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●"/>
            </a:pPr>
            <a:r>
              <a:rPr lang="en" sz="1400">
                <a:solidFill>
                  <a:schemeClr val="accent6"/>
                </a:solidFill>
              </a:rPr>
              <a:t>Burndown Charts: Monitoreo diario del progreso por sprint.  </a:t>
            </a:r>
            <a:endParaRPr sz="1400">
              <a:solidFill>
                <a:schemeClr val="accent6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●"/>
            </a:pPr>
            <a:r>
              <a:rPr lang="en" sz="1400">
                <a:solidFill>
                  <a:schemeClr val="accent6"/>
                </a:solidFill>
              </a:rPr>
              <a:t>Rituales:  </a:t>
            </a:r>
            <a:endParaRPr sz="1400">
              <a:solidFill>
                <a:schemeClr val="accent6"/>
              </a:solidFill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○"/>
            </a:pPr>
            <a:r>
              <a:rPr lang="en" sz="1400">
                <a:solidFill>
                  <a:schemeClr val="accent6"/>
                </a:solidFill>
              </a:rPr>
              <a:t>Daily Scrums virtuales (15 min).  </a:t>
            </a:r>
            <a:endParaRPr>
              <a:solidFill>
                <a:schemeClr val="accent6"/>
              </a:solidFill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Char char="○"/>
            </a:pPr>
            <a:r>
              <a:rPr lang="en" sz="1400">
                <a:solidFill>
                  <a:schemeClr val="accent6"/>
                </a:solidFill>
              </a:rPr>
              <a:t>Retrospectivas semanales (viernes).</a:t>
            </a:r>
            <a:endParaRPr sz="1400">
              <a:solidFill>
                <a:schemeClr val="accent6"/>
              </a:solidFill>
            </a:endParaRPr>
          </a:p>
        </p:txBody>
      </p:sp>
      <p:pic>
        <p:nvPicPr>
          <p:cNvPr id="440" name="Google Shape;440;p4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6536" r="6536" t="0"/>
          <a:stretch/>
        </p:blipFill>
        <p:spPr>
          <a:xfrm>
            <a:off x="5416650" y="1757950"/>
            <a:ext cx="3556800" cy="2723100"/>
          </a:xfrm>
          <a:prstGeom prst="roundRect">
            <a:avLst>
              <a:gd fmla="val 11329" name="adj"/>
            </a:avLst>
          </a:prstGeom>
        </p:spPr>
      </p:pic>
      <p:sp>
        <p:nvSpPr>
          <p:cNvPr id="441" name="Google Shape;441;p40">
            <a:hlinkClick action="ppaction://hlinksldjump" r:id="rId4"/>
          </p:cNvPr>
          <p:cNvSpPr/>
          <p:nvPr/>
        </p:nvSpPr>
        <p:spPr>
          <a:xfrm>
            <a:off x="19508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42" name="Google Shape;442;p40">
            <a:hlinkClick action="ppaction://hlinksldjump" r:id="rId6"/>
          </p:cNvPr>
          <p:cNvSpPr/>
          <p:nvPr/>
        </p:nvSpPr>
        <p:spPr>
          <a:xfrm>
            <a:off x="3047940" y="221150"/>
            <a:ext cx="992400" cy="231900"/>
          </a:xfrm>
          <a:prstGeom prst="roundRect">
            <a:avLst>
              <a:gd fmla="val 36287" name="adj"/>
            </a:avLst>
          </a:prstGeom>
          <a:solidFill>
            <a:srgbClr val="219E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About us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43" name="Google Shape;443;p40">
            <a:hlinkClick action="ppaction://hlinksldjump" r:id="rId8"/>
          </p:cNvPr>
          <p:cNvSpPr/>
          <p:nvPr/>
        </p:nvSpPr>
        <p:spPr>
          <a:xfrm>
            <a:off x="414508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Services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44" name="Google Shape;444;p40">
            <a:hlinkClick action="ppaction://hlinksldjump" r:id="rId10"/>
          </p:cNvPr>
          <p:cNvSpPr/>
          <p:nvPr/>
        </p:nvSpPr>
        <p:spPr>
          <a:xfrm>
            <a:off x="524222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45" name="Google Shape;445;p40">
            <a:hlinkClick/>
          </p:cNvPr>
          <p:cNvSpPr/>
          <p:nvPr/>
        </p:nvSpPr>
        <p:spPr>
          <a:xfrm>
            <a:off x="633936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Portfolio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46" name="Google Shape;446;p40">
            <a:hlinkClick/>
          </p:cNvPr>
          <p:cNvSpPr/>
          <p:nvPr/>
        </p:nvSpPr>
        <p:spPr>
          <a:xfrm>
            <a:off x="74365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</a:t>
            </a:r>
            <a:endParaRPr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1"/>
          <p:cNvSpPr txBox="1"/>
          <p:nvPr>
            <p:ph type="title"/>
          </p:nvPr>
        </p:nvSpPr>
        <p:spPr>
          <a:xfrm>
            <a:off x="1009800" y="674100"/>
            <a:ext cx="7124400" cy="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Burndown Chart SPRINT 5</a:t>
            </a:r>
            <a:endParaRPr sz="3600"/>
          </a:p>
        </p:txBody>
      </p:sp>
      <p:sp>
        <p:nvSpPr>
          <p:cNvPr id="452" name="Google Shape;452;p41">
            <a:hlinkClick action="ppaction://hlinkshowjump?jump=firstslide"/>
          </p:cNvPr>
          <p:cNvSpPr txBox="1"/>
          <p:nvPr/>
        </p:nvSpPr>
        <p:spPr>
          <a:xfrm>
            <a:off x="775250" y="240200"/>
            <a:ext cx="992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FastPOS</a:t>
            </a:r>
            <a:endParaRPr sz="1200">
              <a:solidFill>
                <a:schemeClr val="accent6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grpSp>
        <p:nvGrpSpPr>
          <p:cNvPr id="453" name="Google Shape;453;p41"/>
          <p:cNvGrpSpPr/>
          <p:nvPr/>
        </p:nvGrpSpPr>
        <p:grpSpPr>
          <a:xfrm>
            <a:off x="338375" y="244050"/>
            <a:ext cx="260031" cy="186099"/>
            <a:chOff x="338375" y="244050"/>
            <a:chExt cx="260031" cy="186099"/>
          </a:xfrm>
        </p:grpSpPr>
        <p:sp>
          <p:nvSpPr>
            <p:cNvPr id="454" name="Google Shape;454;p41"/>
            <p:cNvSpPr/>
            <p:nvPr/>
          </p:nvSpPr>
          <p:spPr>
            <a:xfrm>
              <a:off x="396806" y="244072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55" name="Google Shape;455;p41"/>
            <p:cNvSpPr/>
            <p:nvPr/>
          </p:nvSpPr>
          <p:spPr>
            <a:xfrm>
              <a:off x="396806" y="318950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56" name="Google Shape;456;p41"/>
            <p:cNvSpPr/>
            <p:nvPr/>
          </p:nvSpPr>
          <p:spPr>
            <a:xfrm>
              <a:off x="396806" y="393827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57" name="Google Shape;457;p41"/>
            <p:cNvSpPr/>
            <p:nvPr/>
          </p:nvSpPr>
          <p:spPr>
            <a:xfrm>
              <a:off x="338375" y="2440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58" name="Google Shape;458;p41"/>
            <p:cNvSpPr/>
            <p:nvPr/>
          </p:nvSpPr>
          <p:spPr>
            <a:xfrm>
              <a:off x="338375" y="3189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59" name="Google Shape;459;p41"/>
            <p:cNvSpPr/>
            <p:nvPr/>
          </p:nvSpPr>
          <p:spPr>
            <a:xfrm>
              <a:off x="338375" y="393849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</p:grpSp>
      <p:sp>
        <p:nvSpPr>
          <p:cNvPr id="460" name="Google Shape;460;p41">
            <a:hlinkClick action="ppaction://hlinksldjump" r:id="rId3"/>
          </p:cNvPr>
          <p:cNvSpPr/>
          <p:nvPr/>
        </p:nvSpPr>
        <p:spPr>
          <a:xfrm>
            <a:off x="19508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61" name="Google Shape;461;p41">
            <a:hlinkClick action="ppaction://hlinksldjump" r:id="rId5"/>
          </p:cNvPr>
          <p:cNvSpPr/>
          <p:nvPr/>
        </p:nvSpPr>
        <p:spPr>
          <a:xfrm>
            <a:off x="3047940" y="221150"/>
            <a:ext cx="992400" cy="231900"/>
          </a:xfrm>
          <a:prstGeom prst="roundRect">
            <a:avLst>
              <a:gd fmla="val 36287" name="adj"/>
            </a:avLst>
          </a:prstGeom>
          <a:solidFill>
            <a:srgbClr val="219E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About us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62" name="Google Shape;462;p41">
            <a:hlinkClick action="ppaction://hlinksldjump" r:id="rId7"/>
          </p:cNvPr>
          <p:cNvSpPr/>
          <p:nvPr/>
        </p:nvSpPr>
        <p:spPr>
          <a:xfrm>
            <a:off x="414508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Services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63" name="Google Shape;463;p41">
            <a:hlinkClick action="ppaction://hlinksldjump" r:id="rId9"/>
          </p:cNvPr>
          <p:cNvSpPr/>
          <p:nvPr/>
        </p:nvSpPr>
        <p:spPr>
          <a:xfrm>
            <a:off x="524222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64" name="Google Shape;464;p41">
            <a:hlinkClick/>
          </p:cNvPr>
          <p:cNvSpPr/>
          <p:nvPr/>
        </p:nvSpPr>
        <p:spPr>
          <a:xfrm>
            <a:off x="633936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Portfolio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65" name="Google Shape;465;p41">
            <a:hlinkClick/>
          </p:cNvPr>
          <p:cNvSpPr/>
          <p:nvPr/>
        </p:nvSpPr>
        <p:spPr>
          <a:xfrm>
            <a:off x="74365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466" name="Google Shape;466;p41" title="Gráfico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851300" y="1359375"/>
            <a:ext cx="5441376" cy="3123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Google Shape;471;p42" title="Diagrama de secuencia 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600" y="922225"/>
            <a:ext cx="5801199" cy="4009724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42"/>
          <p:cNvSpPr txBox="1"/>
          <p:nvPr>
            <p:ph type="title"/>
          </p:nvPr>
        </p:nvSpPr>
        <p:spPr>
          <a:xfrm>
            <a:off x="2317850" y="422825"/>
            <a:ext cx="4821000" cy="5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Diagrama de secuencia UML</a:t>
            </a:r>
            <a:endParaRPr sz="25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43" title="Diagrama de caja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7225" y="1019850"/>
            <a:ext cx="5661550" cy="401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3"/>
          <p:cNvSpPr txBox="1"/>
          <p:nvPr>
            <p:ph type="title"/>
          </p:nvPr>
        </p:nvSpPr>
        <p:spPr>
          <a:xfrm>
            <a:off x="1932400" y="489350"/>
            <a:ext cx="4821000" cy="5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Diagrama de clases UML</a:t>
            </a:r>
            <a:endParaRPr sz="2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oogle Shape;483;p44" title="Diagrama de flujo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550" y="1017775"/>
            <a:ext cx="4822450" cy="3599875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44"/>
          <p:cNvSpPr txBox="1"/>
          <p:nvPr>
            <p:ph type="title"/>
          </p:nvPr>
        </p:nvSpPr>
        <p:spPr>
          <a:xfrm>
            <a:off x="2205850" y="452400"/>
            <a:ext cx="5346900" cy="5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Diagrama de casos de uso UML </a:t>
            </a:r>
            <a:endParaRPr sz="25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5"/>
          <p:cNvSpPr txBox="1"/>
          <p:nvPr>
            <p:ph type="title"/>
          </p:nvPr>
        </p:nvSpPr>
        <p:spPr>
          <a:xfrm>
            <a:off x="1009800" y="599800"/>
            <a:ext cx="7124400" cy="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Gestión del alcance y cambios</a:t>
            </a:r>
            <a:endParaRPr/>
          </a:p>
        </p:txBody>
      </p:sp>
      <p:sp>
        <p:nvSpPr>
          <p:cNvPr id="490" name="Google Shape;490;p45">
            <a:hlinkClick action="ppaction://hlinkshowjump?jump=firstslide"/>
          </p:cNvPr>
          <p:cNvSpPr txBox="1"/>
          <p:nvPr/>
        </p:nvSpPr>
        <p:spPr>
          <a:xfrm>
            <a:off x="775250" y="240200"/>
            <a:ext cx="992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FastPOS</a:t>
            </a:r>
            <a:endParaRPr sz="1200">
              <a:solidFill>
                <a:schemeClr val="accent6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grpSp>
        <p:nvGrpSpPr>
          <p:cNvPr id="491" name="Google Shape;491;p45"/>
          <p:cNvGrpSpPr/>
          <p:nvPr/>
        </p:nvGrpSpPr>
        <p:grpSpPr>
          <a:xfrm>
            <a:off x="338375" y="244050"/>
            <a:ext cx="260031" cy="186099"/>
            <a:chOff x="338375" y="244050"/>
            <a:chExt cx="260031" cy="186099"/>
          </a:xfrm>
        </p:grpSpPr>
        <p:sp>
          <p:nvSpPr>
            <p:cNvPr id="492" name="Google Shape;492;p45"/>
            <p:cNvSpPr/>
            <p:nvPr/>
          </p:nvSpPr>
          <p:spPr>
            <a:xfrm>
              <a:off x="396806" y="244072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93" name="Google Shape;493;p45"/>
            <p:cNvSpPr/>
            <p:nvPr/>
          </p:nvSpPr>
          <p:spPr>
            <a:xfrm>
              <a:off x="396806" y="318950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94" name="Google Shape;494;p45"/>
            <p:cNvSpPr/>
            <p:nvPr/>
          </p:nvSpPr>
          <p:spPr>
            <a:xfrm>
              <a:off x="396806" y="393827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95" name="Google Shape;495;p45"/>
            <p:cNvSpPr/>
            <p:nvPr/>
          </p:nvSpPr>
          <p:spPr>
            <a:xfrm>
              <a:off x="338375" y="2440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96" name="Google Shape;496;p45"/>
            <p:cNvSpPr/>
            <p:nvPr/>
          </p:nvSpPr>
          <p:spPr>
            <a:xfrm>
              <a:off x="338375" y="3189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497" name="Google Shape;497;p45"/>
            <p:cNvSpPr/>
            <p:nvPr/>
          </p:nvSpPr>
          <p:spPr>
            <a:xfrm>
              <a:off x="338375" y="393849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</p:grpSp>
      <p:sp>
        <p:nvSpPr>
          <p:cNvPr id="498" name="Google Shape;498;p45">
            <a:hlinkClick action="ppaction://hlinksldjump" r:id="rId3"/>
          </p:cNvPr>
          <p:cNvSpPr/>
          <p:nvPr/>
        </p:nvSpPr>
        <p:spPr>
          <a:xfrm>
            <a:off x="19508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499" name="Google Shape;499;p45">
            <a:hlinkClick action="ppaction://hlinksldjump" r:id="rId5"/>
          </p:cNvPr>
          <p:cNvSpPr/>
          <p:nvPr/>
        </p:nvSpPr>
        <p:spPr>
          <a:xfrm>
            <a:off x="3047940" y="221150"/>
            <a:ext cx="992400" cy="231900"/>
          </a:xfrm>
          <a:prstGeom prst="roundRect">
            <a:avLst>
              <a:gd fmla="val 36287" name="adj"/>
            </a:avLst>
          </a:prstGeom>
          <a:solidFill>
            <a:srgbClr val="219E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About us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00" name="Google Shape;500;p45">
            <a:hlinkClick action="ppaction://hlinksldjump" r:id="rId7"/>
          </p:cNvPr>
          <p:cNvSpPr/>
          <p:nvPr/>
        </p:nvSpPr>
        <p:spPr>
          <a:xfrm>
            <a:off x="414508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Services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01" name="Google Shape;501;p45">
            <a:hlinkClick action="ppaction://hlinksldjump" r:id="rId9"/>
          </p:cNvPr>
          <p:cNvSpPr/>
          <p:nvPr/>
        </p:nvSpPr>
        <p:spPr>
          <a:xfrm>
            <a:off x="524222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02" name="Google Shape;502;p45">
            <a:hlinkClick/>
          </p:cNvPr>
          <p:cNvSpPr/>
          <p:nvPr/>
        </p:nvSpPr>
        <p:spPr>
          <a:xfrm>
            <a:off x="633936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Portfolio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03" name="Google Shape;503;p45">
            <a:hlinkClick/>
          </p:cNvPr>
          <p:cNvSpPr/>
          <p:nvPr/>
        </p:nvSpPr>
        <p:spPr>
          <a:xfrm>
            <a:off x="74365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04" name="Google Shape;504;p45"/>
          <p:cNvSpPr/>
          <p:nvPr/>
        </p:nvSpPr>
        <p:spPr>
          <a:xfrm>
            <a:off x="741000" y="1269425"/>
            <a:ext cx="7662000" cy="3314400"/>
          </a:xfrm>
          <a:prstGeom prst="roundRect">
            <a:avLst>
              <a:gd fmla="val 12119" name="adj"/>
            </a:avLst>
          </a:prstGeom>
          <a:solidFill>
            <a:srgbClr val="219EBC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05" name="Google Shape;505;p45"/>
          <p:cNvGraphicFramePr/>
          <p:nvPr/>
        </p:nvGraphicFramePr>
        <p:xfrm>
          <a:off x="1009800" y="156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{FA2127AB-4AA9-439F-B0B7-19A3422BB6C9}</a:tableStyleId>
              </a:tblPr>
              <a:tblGrid>
                <a:gridCol w="1781100"/>
                <a:gridCol w="1781100"/>
                <a:gridCol w="1781100"/>
                <a:gridCol w="1781100"/>
              </a:tblGrid>
              <a:tr h="326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Fase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Alcance planificado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Alcance implementado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Cambio y justificación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27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6"/>
                          </a:solidFill>
                        </a:rPr>
                        <a:t>Fase 1</a:t>
                      </a:r>
                      <a:endParaRPr sz="9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6"/>
                          </a:solidFill>
                        </a:rPr>
                        <a:t>Reportes avanzados + App móvil</a:t>
                      </a:r>
                      <a:endParaRPr sz="9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6"/>
                          </a:solidFill>
                        </a:rPr>
                        <a:t>Reportes básicos + App de escritorio</a:t>
                      </a:r>
                      <a:endParaRPr sz="9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6"/>
                          </a:solidFill>
                        </a:rPr>
                        <a:t>Riesgo técnico: migración de SQL a Firebase demandó esfuerzo extra, postergamos app móvil para mantener foco en el núcleo del POS</a:t>
                      </a:r>
                      <a:endParaRPr sz="9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7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6"/>
                          </a:solidFill>
                        </a:rPr>
                        <a:t>Fase 2</a:t>
                      </a:r>
                      <a:endParaRPr sz="9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6"/>
                          </a:solidFill>
                        </a:rPr>
                        <a:t>Cálculo de IVA</a:t>
                      </a:r>
                      <a:endParaRPr sz="9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6"/>
                          </a:solidFill>
                        </a:rPr>
                        <a:t>Cálculo de IVA + descuentos antes del IVA</a:t>
                      </a:r>
                      <a:endParaRPr sz="9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6"/>
                          </a:solidFill>
                        </a:rPr>
                        <a:t>Retroalimentación SII: normativa exige descuento sobre subtotal, ajuste técnico validado</a:t>
                      </a:r>
                      <a:endParaRPr sz="9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6"/>
                          </a:solidFill>
                        </a:rPr>
                        <a:t>Fase 3</a:t>
                      </a:r>
                      <a:endParaRPr sz="9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6"/>
                          </a:solidFill>
                        </a:rPr>
                        <a:t>Integración con pasarelas de pago</a:t>
                      </a:r>
                      <a:endParaRPr sz="9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6"/>
                          </a:solidFill>
                        </a:rPr>
                        <a:t>Pendiente (futuro)</a:t>
                      </a:r>
                      <a:endParaRPr sz="9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6"/>
                          </a:solidFill>
                        </a:rPr>
                        <a:t>Priorización de valor: cumplimiento tributario &gt; pagos digitales</a:t>
                      </a:r>
                      <a:endParaRPr sz="9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6"/>
          <p:cNvSpPr txBox="1"/>
          <p:nvPr>
            <p:ph type="title"/>
          </p:nvPr>
        </p:nvSpPr>
        <p:spPr>
          <a:xfrm>
            <a:off x="1009800" y="599800"/>
            <a:ext cx="7124400" cy="8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Pruebas y calidad</a:t>
            </a:r>
            <a:endParaRPr sz="3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/>
          </a:p>
        </p:txBody>
      </p:sp>
      <p:sp>
        <p:nvSpPr>
          <p:cNvPr id="511" name="Google Shape;511;p46">
            <a:hlinkClick action="ppaction://hlinkshowjump?jump=firstslide"/>
          </p:cNvPr>
          <p:cNvSpPr txBox="1"/>
          <p:nvPr/>
        </p:nvSpPr>
        <p:spPr>
          <a:xfrm>
            <a:off x="775250" y="240200"/>
            <a:ext cx="992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FastPOS</a:t>
            </a:r>
            <a:endParaRPr sz="1200">
              <a:solidFill>
                <a:schemeClr val="accent6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grpSp>
        <p:nvGrpSpPr>
          <p:cNvPr id="512" name="Google Shape;512;p46"/>
          <p:cNvGrpSpPr/>
          <p:nvPr/>
        </p:nvGrpSpPr>
        <p:grpSpPr>
          <a:xfrm>
            <a:off x="338375" y="244050"/>
            <a:ext cx="260031" cy="186099"/>
            <a:chOff x="338375" y="244050"/>
            <a:chExt cx="260031" cy="186099"/>
          </a:xfrm>
        </p:grpSpPr>
        <p:sp>
          <p:nvSpPr>
            <p:cNvPr id="513" name="Google Shape;513;p46"/>
            <p:cNvSpPr/>
            <p:nvPr/>
          </p:nvSpPr>
          <p:spPr>
            <a:xfrm>
              <a:off x="396806" y="244072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514" name="Google Shape;514;p46"/>
            <p:cNvSpPr/>
            <p:nvPr/>
          </p:nvSpPr>
          <p:spPr>
            <a:xfrm>
              <a:off x="396806" y="318950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515" name="Google Shape;515;p46"/>
            <p:cNvSpPr/>
            <p:nvPr/>
          </p:nvSpPr>
          <p:spPr>
            <a:xfrm>
              <a:off x="396806" y="393827"/>
              <a:ext cx="201600" cy="36300"/>
            </a:xfrm>
            <a:prstGeom prst="roundRect">
              <a:avLst>
                <a:gd fmla="val 50000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516" name="Google Shape;516;p46"/>
            <p:cNvSpPr/>
            <p:nvPr/>
          </p:nvSpPr>
          <p:spPr>
            <a:xfrm>
              <a:off x="338375" y="2440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517" name="Google Shape;517;p46"/>
            <p:cNvSpPr/>
            <p:nvPr/>
          </p:nvSpPr>
          <p:spPr>
            <a:xfrm>
              <a:off x="338375" y="318950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  <p:sp>
          <p:nvSpPr>
            <p:cNvPr id="518" name="Google Shape;518;p46"/>
            <p:cNvSpPr/>
            <p:nvPr/>
          </p:nvSpPr>
          <p:spPr>
            <a:xfrm>
              <a:off x="338375" y="393849"/>
              <a:ext cx="36300" cy="36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</a:endParaRPr>
            </a:p>
          </p:txBody>
        </p:sp>
      </p:grpSp>
      <p:sp>
        <p:nvSpPr>
          <p:cNvPr id="519" name="Google Shape;519;p46">
            <a:hlinkClick action="ppaction://hlinksldjump" r:id="rId3"/>
          </p:cNvPr>
          <p:cNvSpPr/>
          <p:nvPr/>
        </p:nvSpPr>
        <p:spPr>
          <a:xfrm>
            <a:off x="19508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20" name="Google Shape;520;p46">
            <a:hlinkClick action="ppaction://hlinksldjump" r:id="rId5"/>
          </p:cNvPr>
          <p:cNvSpPr/>
          <p:nvPr/>
        </p:nvSpPr>
        <p:spPr>
          <a:xfrm>
            <a:off x="3047940" y="221150"/>
            <a:ext cx="992400" cy="231900"/>
          </a:xfrm>
          <a:prstGeom prst="roundRect">
            <a:avLst>
              <a:gd fmla="val 36287" name="adj"/>
            </a:avLst>
          </a:prstGeom>
          <a:solidFill>
            <a:srgbClr val="219EB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About us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21" name="Google Shape;521;p46">
            <a:hlinkClick action="ppaction://hlinksldjump" r:id="rId7"/>
          </p:cNvPr>
          <p:cNvSpPr/>
          <p:nvPr/>
        </p:nvSpPr>
        <p:spPr>
          <a:xfrm>
            <a:off x="414508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Services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22" name="Google Shape;522;p46">
            <a:hlinkClick action="ppaction://hlinksldjump" r:id="rId9"/>
          </p:cNvPr>
          <p:cNvSpPr/>
          <p:nvPr/>
        </p:nvSpPr>
        <p:spPr>
          <a:xfrm>
            <a:off x="524222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Blog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23" name="Google Shape;523;p46">
            <a:hlinkClick/>
          </p:cNvPr>
          <p:cNvSpPr/>
          <p:nvPr/>
        </p:nvSpPr>
        <p:spPr>
          <a:xfrm>
            <a:off x="633936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Portfolio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24" name="Google Shape;524;p46">
            <a:hlinkClick/>
          </p:cNvPr>
          <p:cNvSpPr/>
          <p:nvPr/>
        </p:nvSpPr>
        <p:spPr>
          <a:xfrm>
            <a:off x="7436500" y="221150"/>
            <a:ext cx="992400" cy="231900"/>
          </a:xfrm>
          <a:prstGeom prst="roundRect">
            <a:avLst>
              <a:gd fmla="val 3628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  <a:uFill>
                  <a:noFill/>
                </a:uFill>
                <a:latin typeface="Open Sans"/>
                <a:ea typeface="Open Sans"/>
                <a:cs typeface="Open Sans"/>
                <a:sym typeface="Open Sans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Contact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525" name="Google Shape;525;p46"/>
          <p:cNvSpPr/>
          <p:nvPr/>
        </p:nvSpPr>
        <p:spPr>
          <a:xfrm>
            <a:off x="741000" y="1340725"/>
            <a:ext cx="7662000" cy="3174000"/>
          </a:xfrm>
          <a:prstGeom prst="roundRect">
            <a:avLst>
              <a:gd fmla="val 12119" name="adj"/>
            </a:avLst>
          </a:prstGeom>
          <a:solidFill>
            <a:srgbClr val="FB8500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26" name="Google Shape;526;p46"/>
          <p:cNvGraphicFramePr/>
          <p:nvPr/>
        </p:nvGraphicFramePr>
        <p:xfrm>
          <a:off x="1134900" y="1560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{FA2127AB-4AA9-439F-B0B7-19A3422BB6C9}</a:tableStyleId>
              </a:tblPr>
              <a:tblGrid>
                <a:gridCol w="2291400"/>
                <a:gridCol w="2291400"/>
                <a:gridCol w="2291400"/>
              </a:tblGrid>
              <a:tr h="30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6"/>
                          </a:solidFill>
                        </a:rPr>
                        <a:t>Tipo</a:t>
                      </a:r>
                      <a:endParaRPr b="1">
                        <a:solidFill>
                          <a:schemeClr val="accent6"/>
                        </a:solidFill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6"/>
                          </a:solidFill>
                        </a:rPr>
                        <a:t>Herramienta/metodo</a:t>
                      </a:r>
                      <a:endParaRPr b="1">
                        <a:solidFill>
                          <a:schemeClr val="accent6"/>
                        </a:solidFill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accent6"/>
                          </a:solidFill>
                        </a:rPr>
                        <a:t>Resultado</a:t>
                      </a:r>
                      <a:endParaRPr b="1">
                        <a:solidFill>
                          <a:schemeClr val="accent6"/>
                        </a:solidFill>
                      </a:endParaRPr>
                    </a:p>
                  </a:txBody>
                  <a:tcPr marT="63500" marB="63500" marR="63500" marL="63500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Funcional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Casos CP-01 a CP-07 (manuales + Firebase Emulator)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100% aprobados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Seguridad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Simulación de XSS e inyección (OWASP ZAP)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Sin vulnerabilidades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7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Rendimiento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Lighthouse y pruebas manuales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Carga catálogo: 1.8s; cierre de venta: 0.9s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Usabilidad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Test con 3 usuarios reales (dueños de local)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accent6"/>
                          </a:solidFill>
                        </a:rPr>
                        <a:t>Interfaz intuitiva, sin errores operativos</a:t>
                      </a:r>
                      <a:endParaRPr sz="1100">
                        <a:solidFill>
                          <a:schemeClr val="accent6"/>
                        </a:solidFill>
                      </a:endParaRPr>
                    </a:p>
                  </a:txBody>
                  <a:tcPr marT="114300" marB="114300" marR="114300" marL="114300" anchor="ctr">
                    <a:lnL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7"/>
          <p:cNvSpPr/>
          <p:nvPr/>
        </p:nvSpPr>
        <p:spPr>
          <a:xfrm>
            <a:off x="150400" y="125450"/>
            <a:ext cx="4993200" cy="3492300"/>
          </a:xfrm>
          <a:prstGeom prst="roundRect">
            <a:avLst>
              <a:gd fmla="val 7887" name="adj"/>
            </a:avLst>
          </a:prstGeom>
          <a:solidFill>
            <a:srgbClr val="8ECAE6"/>
          </a:solidFill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47"/>
          <p:cNvSpPr txBox="1"/>
          <p:nvPr>
            <p:ph type="ctrTitle"/>
          </p:nvPr>
        </p:nvSpPr>
        <p:spPr>
          <a:xfrm>
            <a:off x="715100" y="535000"/>
            <a:ext cx="3807300" cy="83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533" name="Google Shape;533;p47"/>
          <p:cNvSpPr txBox="1"/>
          <p:nvPr>
            <p:ph idx="1" type="subTitle"/>
          </p:nvPr>
        </p:nvSpPr>
        <p:spPr>
          <a:xfrm>
            <a:off x="710150" y="1429300"/>
            <a:ext cx="3807300" cy="112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023047"/>
                </a:solidFill>
              </a:rPr>
              <a:t>Do you have any questions?</a:t>
            </a:r>
            <a:endParaRPr>
              <a:solidFill>
                <a:srgbClr val="023047"/>
              </a:solidFill>
            </a:endParaRPr>
          </a:p>
        </p:txBody>
      </p:sp>
      <p:pic>
        <p:nvPicPr>
          <p:cNvPr id="534" name="Google Shape;534;p4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9600" r="20492" t="0"/>
          <a:stretch/>
        </p:blipFill>
        <p:spPr>
          <a:xfrm>
            <a:off x="5296050" y="125450"/>
            <a:ext cx="3677400" cy="4903800"/>
          </a:xfrm>
          <a:prstGeom prst="roundRect">
            <a:avLst>
              <a:gd fmla="val 8594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ocal Shop Website Design by Slidesgo">
  <a:themeElements>
    <a:clrScheme name="Simple Light">
      <a:dk1>
        <a:srgbClr val="434343"/>
      </a:dk1>
      <a:lt1>
        <a:srgbClr val="FDFAF5"/>
      </a:lt1>
      <a:dk2>
        <a:srgbClr val="CFB7A1"/>
      </a:dk2>
      <a:lt2>
        <a:srgbClr val="84735E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